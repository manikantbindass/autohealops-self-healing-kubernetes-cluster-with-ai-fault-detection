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56d4ce1f7734799" /><Relationship Type="http://schemas.openxmlformats.org/officeDocument/2006/relationships/extended-properties" Target="/docProps/app.xml" Id="R9b3cffba22404015" /><Relationship Type="http://schemas.openxmlformats.org/officeDocument/2006/relationships/officeDocument" Target="/ppt/presentation.xml" Id="R9452e41995dd4963" /></Relationships>
</file>

<file path=ppt/presentation.xml><?xml version="1.0" encoding="utf-8"?>
<p:presentation xmlns:p="http://schemas.openxmlformats.org/presentationml/2006/main">
  <p:sldMasterIdLst>
    <p:sldMasterId xmlns:r="http://schemas.openxmlformats.org/officeDocument/2006/relationships" id="2147483648" r:id="Re5d1d0cb131a472f"/>
  </p:sldMasterIdLst>
  <p:notesMasterIdLst>
    <p:notesMasterId xmlns:r="http://schemas.openxmlformats.org/officeDocument/2006/relationships" r:id="Rd5e8fe201675441b"/>
  </p:notesMasterIdLst>
  <p:sldIdLst>
    <p:sldId xmlns:r="http://schemas.openxmlformats.org/officeDocument/2006/relationships" id="256" r:id="R2cc85af201b847ba"/>
    <p:sldId xmlns:r="http://schemas.openxmlformats.org/officeDocument/2006/relationships" id="257" r:id="Rd648045817ce4dfb"/>
    <p:sldId xmlns:r="http://schemas.openxmlformats.org/officeDocument/2006/relationships" id="258" r:id="Rb1c5b73982fa4621"/>
    <p:sldId xmlns:r="http://schemas.openxmlformats.org/officeDocument/2006/relationships" id="259" r:id="Ra1d6255086364285"/>
    <p:sldId xmlns:r="http://schemas.openxmlformats.org/officeDocument/2006/relationships" id="260" r:id="R40d98001adaa4002"/>
    <p:sldId xmlns:r="http://schemas.openxmlformats.org/officeDocument/2006/relationships" id="261" r:id="R7313faa391f54ec8"/>
    <p:sldId xmlns:r="http://schemas.openxmlformats.org/officeDocument/2006/relationships" id="262" r:id="R7fd5dc8c94894fe5"/>
    <p:sldId xmlns:r="http://schemas.openxmlformats.org/officeDocument/2006/relationships" id="263" r:id="R9645bd7e890a4ff3"/>
    <p:sldId xmlns:r="http://schemas.openxmlformats.org/officeDocument/2006/relationships" id="264" r:id="Ra780787495bf40b4"/>
    <p:sldId xmlns:r="http://schemas.openxmlformats.org/officeDocument/2006/relationships" id="265" r:id="Ra1beb4685b234980"/>
    <p:sldId xmlns:r="http://schemas.openxmlformats.org/officeDocument/2006/relationships" id="266" r:id="R79c8d3e4ea2942f7"/>
    <p:sldId xmlns:r="http://schemas.openxmlformats.org/officeDocument/2006/relationships" id="267" r:id="R9d6a83db9ae74267"/>
    <p:sldId xmlns:r="http://schemas.openxmlformats.org/officeDocument/2006/relationships" id="268" r:id="Rb66b0dc4e342451b"/>
    <p:sldId xmlns:r="http://schemas.openxmlformats.org/officeDocument/2006/relationships" id="269" r:id="R683fc321f0fd4aa9"/>
    <p:sldId xmlns:r="http://schemas.openxmlformats.org/officeDocument/2006/relationships" id="270" r:id="Rc7ce61ce944949aa"/>
    <p:sldId xmlns:r="http://schemas.openxmlformats.org/officeDocument/2006/relationships" id="271" r:id="R7d525c69d80c4d07"/>
    <p:sldId xmlns:r="http://schemas.openxmlformats.org/officeDocument/2006/relationships" id="272" r:id="R6a378b92e2024ec0"/>
    <p:sldId xmlns:r="http://schemas.openxmlformats.org/officeDocument/2006/relationships" id="273" r:id="R1db129c6eff744bc"/>
    <p:sldId xmlns:r="http://schemas.openxmlformats.org/officeDocument/2006/relationships" id="274" r:id="R1d4315e7d31748a5"/>
    <p:sldId xmlns:r="http://schemas.openxmlformats.org/officeDocument/2006/relationships" id="275" r:id="R59e1445a5fbf493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c14fc8475c34344" /><Relationship Type="http://schemas.openxmlformats.org/officeDocument/2006/relationships/slideMaster" Target="/ppt/slideMasters/slideMaster1.xml" Id="Re5d1d0cb131a472f" /><Relationship Type="http://schemas.openxmlformats.org/officeDocument/2006/relationships/notesMaster" Target="/ppt/notesMasters/notesMaster1.xml" Id="Rd5e8fe201675441b" /><Relationship Type="http://schemas.openxmlformats.org/officeDocument/2006/relationships/presProps" Target="/ppt/presProps.xml" Id="R5d09cfae43954338" /><Relationship Type="http://schemas.openxmlformats.org/officeDocument/2006/relationships/tableStyles" Target="/ppt/tableStyles.xml" Id="R6e97271d973e49ff" /><Relationship Type="http://schemas.openxmlformats.org/officeDocument/2006/relationships/slide" Target="/ppt/slides/slide1.xml" Id="R2cc85af201b847ba" /><Relationship Type="http://schemas.openxmlformats.org/officeDocument/2006/relationships/slide" Target="/ppt/slides/slide2.xml" Id="Rd648045817ce4dfb" /><Relationship Type="http://schemas.openxmlformats.org/officeDocument/2006/relationships/slide" Target="/ppt/slides/slide3.xml" Id="Rb1c5b73982fa4621" /><Relationship Type="http://schemas.openxmlformats.org/officeDocument/2006/relationships/slide" Target="/ppt/slides/slide4.xml" Id="Ra1d6255086364285" /><Relationship Type="http://schemas.openxmlformats.org/officeDocument/2006/relationships/slide" Target="/ppt/slides/slide5.xml" Id="R40d98001adaa4002" /><Relationship Type="http://schemas.openxmlformats.org/officeDocument/2006/relationships/slide" Target="/ppt/slides/slide6.xml" Id="R7313faa391f54ec8" /><Relationship Type="http://schemas.openxmlformats.org/officeDocument/2006/relationships/slide" Target="/ppt/slides/slide7.xml" Id="R7fd5dc8c94894fe5" /><Relationship Type="http://schemas.openxmlformats.org/officeDocument/2006/relationships/slide" Target="/ppt/slides/slide8.xml" Id="R9645bd7e890a4ff3" /><Relationship Type="http://schemas.openxmlformats.org/officeDocument/2006/relationships/slide" Target="/ppt/slides/slide9.xml" Id="Ra780787495bf40b4" /><Relationship Type="http://schemas.openxmlformats.org/officeDocument/2006/relationships/slide" Target="/ppt/slides/slide10.xml" Id="Ra1beb4685b234980" /><Relationship Type="http://schemas.openxmlformats.org/officeDocument/2006/relationships/slide" Target="/ppt/slides/slide11.xml" Id="R79c8d3e4ea2942f7" /><Relationship Type="http://schemas.openxmlformats.org/officeDocument/2006/relationships/slide" Target="/ppt/slides/slide12.xml" Id="R9d6a83db9ae74267" /><Relationship Type="http://schemas.openxmlformats.org/officeDocument/2006/relationships/slide" Target="/ppt/slides/slide13.xml" Id="Rb66b0dc4e342451b" /><Relationship Type="http://schemas.openxmlformats.org/officeDocument/2006/relationships/slide" Target="/ppt/slides/slide14.xml" Id="R683fc321f0fd4aa9" /><Relationship Type="http://schemas.openxmlformats.org/officeDocument/2006/relationships/slide" Target="/ppt/slides/slide15.xml" Id="Rc7ce61ce944949aa" /><Relationship Type="http://schemas.openxmlformats.org/officeDocument/2006/relationships/slide" Target="/ppt/slides/slide16.xml" Id="R7d525c69d80c4d07" /><Relationship Type="http://schemas.openxmlformats.org/officeDocument/2006/relationships/slide" Target="/ppt/slides/slide17.xml" Id="R6a378b92e2024ec0" /><Relationship Type="http://schemas.openxmlformats.org/officeDocument/2006/relationships/slide" Target="/ppt/slides/slide18.xml" Id="R1db129c6eff744bc" /><Relationship Type="http://schemas.openxmlformats.org/officeDocument/2006/relationships/slide" Target="/ppt/slides/slide19.xml" Id="R1d4315e7d31748a5" /><Relationship Type="http://schemas.openxmlformats.org/officeDocument/2006/relationships/slide" Target="/ppt/slides/slide20.xml" Id="R59e1445a5fbf493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f6fcbb30b57480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93861243fb34698" /><Relationship Type="http://schemas.openxmlformats.org/officeDocument/2006/relationships/notesMaster" Target="/ppt/notesMasters/notesMaster1.xml" Id="Rbd387499c7a74a28" /></Relationships>
</file>

<file path=ppt/notesSlides/_rels/notesSlide2.xml.rels>&#65279;<?xml version="1.0" encoding="utf-8"?><Relationships xmlns="http://schemas.openxmlformats.org/package/2006/relationships"><Relationship Type="http://schemas.openxmlformats.org/officeDocument/2006/relationships/slide" Target="/ppt/slides/slide2.xml" Id="Rcc4f510a7c384381" /><Relationship Type="http://schemas.openxmlformats.org/officeDocument/2006/relationships/notesMaster" Target="/ppt/notesMasters/notesMaster1.xml" Id="Re316695436a340ab" /></Relationships>
</file>

<file path=ppt/notesSlides/_rels/notesSlide3.xml.rels>&#65279;<?xml version="1.0" encoding="utf-8"?><Relationships xmlns="http://schemas.openxmlformats.org/package/2006/relationships"><Relationship Type="http://schemas.openxmlformats.org/officeDocument/2006/relationships/slide" Target="/ppt/slides/slide3.xml" Id="R538745e3158e4f59" /><Relationship Type="http://schemas.openxmlformats.org/officeDocument/2006/relationships/notesMaster" Target="/ppt/notesMasters/notesMaster1.xml" Id="R26100583d01244b9" /></Relationships>
</file>

<file path=ppt/notesSlides/_rels/notesSlide4.xml.rels>&#65279;<?xml version="1.0" encoding="utf-8"?><Relationships xmlns="http://schemas.openxmlformats.org/package/2006/relationships"><Relationship Type="http://schemas.openxmlformats.org/officeDocument/2006/relationships/slide" Target="/ppt/slides/slide4.xml" Id="R92f5126bf326457a" /><Relationship Type="http://schemas.openxmlformats.org/officeDocument/2006/relationships/notesMaster" Target="/ppt/notesMasters/notesMaster1.xml" Id="R1f432dff5ee6425d" /></Relationships>
</file>

<file path=ppt/notesSlides/_rels/notesSlide5.xml.rels>&#65279;<?xml version="1.0" encoding="utf-8"?><Relationships xmlns="http://schemas.openxmlformats.org/package/2006/relationships"><Relationship Type="http://schemas.openxmlformats.org/officeDocument/2006/relationships/slide" Target="/ppt/slides/slide5.xml" Id="R61a2cf27a813437f" /><Relationship Type="http://schemas.openxmlformats.org/officeDocument/2006/relationships/notesMaster" Target="/ppt/notesMasters/notesMaster1.xml" Id="Rc87e8414b3e44590" /></Relationships>
</file>

<file path=ppt/notesSlides/_rels/notesSlide6.xml.rels>&#65279;<?xml version="1.0" encoding="utf-8"?><Relationships xmlns="http://schemas.openxmlformats.org/package/2006/relationships"><Relationship Type="http://schemas.openxmlformats.org/officeDocument/2006/relationships/slide" Target="/ppt/slides/slide6.xml" Id="Rc089102854244810" /><Relationship Type="http://schemas.openxmlformats.org/officeDocument/2006/relationships/notesMaster" Target="/ppt/notesMasters/notesMaster1.xml" Id="Ra1ec9d70e08a4516" /></Relationships>
</file>

<file path=ppt/notesSlides/_rels/notesSlide7.xml.rels>&#65279;<?xml version="1.0" encoding="utf-8"?><Relationships xmlns="http://schemas.openxmlformats.org/package/2006/relationships"><Relationship Type="http://schemas.openxmlformats.org/officeDocument/2006/relationships/slide" Target="/ppt/slides/slide7.xml" Id="Rb3956154c639409c" /><Relationship Type="http://schemas.openxmlformats.org/officeDocument/2006/relationships/notesMaster" Target="/ppt/notesMasters/notesMaster1.xml" Id="Rb344431840f04e68" /></Relationships>
</file>

<file path=ppt/notesSlides/_rels/notesSlide8.xml.rels>&#65279;<?xml version="1.0" encoding="utf-8"?><Relationships xmlns="http://schemas.openxmlformats.org/package/2006/relationships"><Relationship Type="http://schemas.openxmlformats.org/officeDocument/2006/relationships/slide" Target="/ppt/slides/slide8.xml" Id="R0a15b59ceccb4b37" /><Relationship Type="http://schemas.openxmlformats.org/officeDocument/2006/relationships/notesMaster" Target="/ppt/notesMasters/notesMaster1.xml" Id="Rbb15f5d806ba4b5d" /></Relationships>
</file>

<file path=ppt/notesSlides/_rels/notesSlide9.xml.rels>&#65279;<?xml version="1.0" encoding="utf-8"?><Relationships xmlns="http://schemas.openxmlformats.org/package/2006/relationships"><Relationship Type="http://schemas.openxmlformats.org/officeDocument/2006/relationships/slide" Target="/ppt/slides/slide9.xml" Id="Rb960313ef6544dbc" /><Relationship Type="http://schemas.openxmlformats.org/officeDocument/2006/relationships/notesMaster" Target="/ppt/notesMasters/notesMaster1.xml" Id="Re3b24855762d480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df39c1898444b4f" /><Relationship Type="http://schemas.openxmlformats.org/officeDocument/2006/relationships/notesMaster" Target="/ppt/notesMasters/notesMaster1.xml" Id="R0bd38f788a974b8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44571b5f5fd4da5" /><Relationship Type="http://schemas.openxmlformats.org/officeDocument/2006/relationships/notesMaster" Target="/ppt/notesMasters/notesMaster1.xml" Id="R2f51f576723a48a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48bbfafbfdc4d68" /><Relationship Type="http://schemas.openxmlformats.org/officeDocument/2006/relationships/notesMaster" Target="/ppt/notesMasters/notesMaster1.xml" Id="Rbac7d946e5214f3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e7dc26fbb904676" /><Relationship Type="http://schemas.openxmlformats.org/officeDocument/2006/relationships/notesMaster" Target="/ppt/notesMasters/notesMaster1.xml" Id="R1ffed3ac699a46e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ad38e19840242fe" /><Relationship Type="http://schemas.openxmlformats.org/officeDocument/2006/relationships/notesMaster" Target="/ppt/notesMasters/notesMaster1.xml" Id="Raa263ee5db974b6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b145932c84f4eca" /><Relationship Type="http://schemas.openxmlformats.org/officeDocument/2006/relationships/notesMaster" Target="/ppt/notesMasters/notesMaster1.xml" Id="R0bc12972795a4a9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a9a355c1d0b4787" /><Relationship Type="http://schemas.openxmlformats.org/officeDocument/2006/relationships/notesMaster" Target="/ppt/notesMasters/notesMaster1.xml" Id="R98e3fa804af2402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88948c85d4e45fe" /><Relationship Type="http://schemas.openxmlformats.org/officeDocument/2006/relationships/notesMaster" Target="/ppt/notesMasters/notesMaster1.xml" Id="R842ad75100c445a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e7c53faa6f84ba9" /><Relationship Type="http://schemas.openxmlformats.org/officeDocument/2006/relationships/notesMaster" Target="/ppt/notesMasters/notesMaster1.xml" Id="R5b5b191f406044b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f0ff2495df54d02" /><Relationship Type="http://schemas.openxmlformats.org/officeDocument/2006/relationships/notesMaster" Target="/ppt/notesMasters/notesMaster1.xml" Id="Rd08307806a82445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621708c732d4d58" /><Relationship Type="http://schemas.openxmlformats.org/officeDocument/2006/relationships/notesMaster" Target="/ppt/notesMasters/notesMaster1.xml" Id="R0ec3a3feeaae4f3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AutoHealOps is an educational operations platform for understanding application health and reviewing controlled recovery. Explain the name as automated assistance for keeping services healthy. The public website is a browser simulation. The repository also includes a local backend and an optional Kubernetes integration.</a:t>
            </a:r>
          </a:p>
          <a:p xmlns:a="http://schemas.openxmlformats.org/drawingml/2006/main">
            <a:r>
              <a:t/>
            </a:r>
          </a:p>
          <a:p xmlns:a="http://schemas.openxmlformats.org/drawingml/2006/main">
            <a:r>
              <a:t>Source: https://github.com/manikantbindass/AutoHealOps-Self-Healing-Kubernetes-Cluster-with-AI-Fault-Detection/blob/7e3d0e6dcd34719b48e2a054b72a55b10c878562/README.md</a:t>
            </a:r>
          </a:p>
          <a:p xmlns:a="http://schemas.openxmlformats.org/drawingml/2006/main">
            <a:r>
              <a:t>Source snapshot: 7e3d0e6dcd34719b48e2a054b72a55b10c878562</a:t>
            </a:r>
          </a:p>
          <a:p xmlns:a="http://schemas.openxmlformats.org/drawingml/2006/main">
            <a:r>
              <a:t>Prepared 25 October 2026. Screenshots show labelled demo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goal is to make the operational response understandable and auditable. Users can see what happened, why the system raised an alert and what an operator approved. This is a learning and engineering project. It has no demonstrated production uptime or cost-saving guarantee.</a:t>
            </a:r>
          </a:p>
          <a:p xmlns:a="http://schemas.openxmlformats.org/drawingml/2006/main">
            <a:r>
              <a:t/>
            </a:r>
          </a:p>
          <a:p xmlns:a="http://schemas.openxmlformats.org/drawingml/2006/main">
            <a:r>
              <a:t>Source: https://github.com/manikantbindass/AutoHealOps-Self-Healing-Kubernetes-Cluster-with-AI-Fault-Detection/blob/7e3d0e6dcd34719b48e2a054b72a55b10c878562/README.md</a:t>
            </a:r>
          </a:p>
          <a:p xmlns:a="http://schemas.openxmlformats.org/drawingml/2006/main">
            <a:r>
              <a:t>Source snapshot: 7e3d0e6dcd34719b48e2a054b72a55b10c878562</a:t>
            </a:r>
          </a:p>
          <a:p xmlns:a="http://schemas.openxmlformats.org/drawingml/2006/main">
            <a:r>
              <a:t>Prepared 25 October 2026. Screenshots show labelled demo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an illustrative shopping application, not a claim about an actual incident. An overloaded processor, rising memory use or repeated container restarts can be symptoms of a problem. They do not automatically identify the root cause. AutoHealOps organizes the evidence and the recovery workflow.</a:t>
            </a:r>
          </a:p>
          <a:p xmlns:a="http://schemas.openxmlformats.org/drawingml/2006/main">
            <a:r>
              <a:t/>
            </a:r>
          </a:p>
          <a:p xmlns:a="http://schemas.openxmlformats.org/drawingml/2006/main">
            <a:r>
              <a:t>Source: https://github.com/manikantbindass/AutoHealOps-Self-Healing-Kubernetes-Cluster-with-AI-Fault-Detection/blob/7e3d0e6dcd34719b48e2a054b72a55b10c878562/docs/architecture.md</a:t>
            </a:r>
          </a:p>
          <a:p xmlns:a="http://schemas.openxmlformats.org/drawingml/2006/main">
            <a:r>
              <a:t>Source snapshot: 7e3d0e6dcd34719b48e2a054b72a55b10c878562</a:t>
            </a:r>
          </a:p>
          <a:p xmlns:a="http://schemas.openxmlformats.org/drawingml/2006/main">
            <a:r>
              <a:t>Prepared 25 October 2026. Screenshots show labelled demo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Kubernetes already restarts certain failed containers and replaces missing replicas according to its configuration. Do not describe AutoHealOps as inventing those capabilities. Its contribution is the observation, explanation, policy and review layer. This helps students demonstrate reliability concepts and engineers explore a controlled workflow.</a:t>
            </a:r>
          </a:p>
          <a:p xmlns:a="http://schemas.openxmlformats.org/drawingml/2006/main">
            <a:r>
              <a:t/>
            </a:r>
          </a:p>
          <a:p xmlns:a="http://schemas.openxmlformats.org/drawingml/2006/main">
            <a:r>
              <a:t>Source: https://github.com/manikantbindass/AutoHealOps-Self-Healing-Kubernetes-Cluster-with-AI-Fault-Detection/blob/7e3d0e6dcd34719b48e2a054b72a55b10c878562/docs/architecture.md</a:t>
            </a:r>
          </a:p>
          <a:p xmlns:a="http://schemas.openxmlformats.org/drawingml/2006/main">
            <a:r>
              <a:t>Source snapshot: 7e3d0e6dcd34719b48e2a054b72a55b10c878562</a:t>
            </a:r>
          </a:p>
          <a:p xmlns:a="http://schemas.openxmlformats.org/drawingml/2006/main">
            <a:r>
              <a:t>Prepared 25 October 2026. Screenshots show labelled demo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useful analogy is a building manager. The cluster is the building, the namespace is a named area, deployments describe how many workers should be present, and pods are the running work units. The analogy is only a memory aid. A pod is a Kubernetes scheduling unit, not a physical room or a permanent machine.</a:t>
            </a:r>
          </a:p>
          <a:p xmlns:a="http://schemas.openxmlformats.org/drawingml/2006/main">
            <a:r>
              <a:t/>
            </a:r>
          </a:p>
          <a:p xmlns:a="http://schemas.openxmlformats.org/drawingml/2006/main">
            <a:r>
              <a:t>Source: https://github.com/manikantbindass/AutoHealOps-Self-Healing-Kubernetes-Cluster-with-AI-Fault-Detection/blob/7e3d0e6dcd34719b48e2a054b72a55b10c878562/docs/setup-guide.md</a:t>
            </a:r>
          </a:p>
          <a:p xmlns:a="http://schemas.openxmlformats.org/drawingml/2006/main">
            <a:r>
              <a:t>Source snapshot: 7e3d0e6dcd34719b48e2a054b72a55b10c878562</a:t>
            </a:r>
          </a:p>
          <a:p xmlns:a="http://schemas.openxmlformats.org/drawingml/2006/main">
            <a:r>
              <a:t>Prepared 25 October 2026. Screenshots show labelled demo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public showcase requires no account. It is useful for explaining the idea without installing a cluster. The native or Compose path offers the actual backend and storage. Experienced operators still need to review security, workload suitability and failure handling before connecting real infrastructure.</a:t>
            </a:r>
          </a:p>
          <a:p xmlns:a="http://schemas.openxmlformats.org/drawingml/2006/main">
            <a:r>
              <a:t/>
            </a:r>
          </a:p>
          <a:p xmlns:a="http://schemas.openxmlformats.org/drawingml/2006/main">
            <a:r>
              <a:t>Source: https://github.com/manikantbindass/AutoHealOps-Self-Healing-Kubernetes-Cluster-with-AI-Fault-Detection/blob/7e3d0e6dcd34719b48e2a054b72a55b10c878562/README.md</a:t>
            </a:r>
          </a:p>
          <a:p xmlns:a="http://schemas.openxmlformats.org/drawingml/2006/main">
            <a:r>
              <a:t>Source snapshot: 7e3d0e6dcd34719b48e2a054b72a55b10c878562</a:t>
            </a:r>
          </a:p>
          <a:p xmlns:a="http://schemas.openxmlformats.org/drawingml/2006/main">
            <a:r>
              <a:t>Prepared 25 October 2026. Screenshots show labelled demo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browser-only public build has its own session simulation and calls none of these backend services. The local backend collects telemetry or uses an explicit demo generator. Prometheus and Grafana are optional monitoring components. The implementation deliberately avoids adding a broker that the local scale does not require.</a:t>
            </a:r>
          </a:p>
          <a:p xmlns:a="http://schemas.openxmlformats.org/drawingml/2006/main">
            <a:r>
              <a:t/>
            </a:r>
          </a:p>
          <a:p xmlns:a="http://schemas.openxmlformats.org/drawingml/2006/main">
            <a:r>
              <a:t>Source: https://github.com/manikantbindass/AutoHealOps-Self-Healing-Kubernetes-Cluster-with-AI-Fault-Detection/blob/7e3d0e6dcd34719b48e2a054b72a55b10c878562/docs/architecture.md</a:t>
            </a:r>
          </a:p>
          <a:p xmlns:a="http://schemas.openxmlformats.org/drawingml/2006/main">
            <a:r>
              <a:t>Source snapshot: 7e3d0e6dcd34719b48e2a054b72a55b10c878562</a:t>
            </a:r>
          </a:p>
          <a:p xmlns:a="http://schemas.openxmlformats.org/drawingml/2006/main">
            <a:r>
              <a:t>Prepared 25 October 2026. Screenshots show labelled demo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alert is evidence of a symptom, not proof of a particular root cause. The system keeps related anomaly, alert, action and audit records connected by a correlation ID. Live namespace-wide measurements cannot justify choosing a particular workload automatically. The operator selects an eligible Deployment.</a:t>
            </a:r>
          </a:p>
          <a:p xmlns:a="http://schemas.openxmlformats.org/drawingml/2006/main">
            <a:r>
              <a:t/>
            </a:r>
          </a:p>
          <a:p xmlns:a="http://schemas.openxmlformats.org/drawingml/2006/main">
            <a:r>
              <a:t>Source: https://github.com/manikantbindass/AutoHealOps-Self-Healing-Kubernetes-Cluster-with-AI-Fault-Detection/blob/7e3d0e6dcd34719b48e2a054b72a55b10c878562/docs/api-contract.md</a:t>
            </a:r>
          </a:p>
          <a:p xmlns:a="http://schemas.openxmlformats.org/drawingml/2006/main">
            <a:r>
              <a:t>Source snapshot: 7e3d0e6dcd34719b48e2a054b72a55b10c878562</a:t>
            </a:r>
          </a:p>
          <a:p xmlns:a="http://schemas.openxmlformats.org/drawingml/2006/main">
            <a:r>
              <a:t>Prepared 25 October 2026. Screenshots show labelled demo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Point to the data-source banner first. Then explain CPU and memory, pod status, active alerts, recovery policy and recent events. A number on this screenshot belongs to a demonstration dataset. It is not evidence of a real production cluster or a measured service-level objective.</a:t>
            </a:r>
          </a:p>
          <a:p xmlns:a="http://schemas.openxmlformats.org/drawingml/2006/main">
            <a:r>
              <a:t/>
            </a:r>
          </a:p>
          <a:p xmlns:a="http://schemas.openxmlformats.org/drawingml/2006/main">
            <a:r>
              <a:t>Source: https://github.com/manikantbindass/AutoHealOps-Self-Healing-Kubernetes-Cluster-with-AI-Fault-Detection/blob/7e3d0e6dcd34719b48e2a054b72a55b10c878562/docs/vercel-deployment.md</a:t>
            </a:r>
          </a:p>
          <a:p xmlns:a="http://schemas.openxmlformats.org/drawingml/2006/main">
            <a:r>
              <a:t>Source snapshot: 7e3d0e6dcd34719b48e2a054b72a55b10c878562</a:t>
            </a:r>
          </a:p>
          <a:p xmlns:a="http://schemas.openxmlformats.org/drawingml/2006/main">
            <a:r>
              <a:t>Prepared 25 October 2026. Screenshots show labelled demo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Anomaly means an observation that looks unusual relative to a baseline. It does not necessarily mean the service will fail. The project keeps the learned decision score separate from threshold explanations. A single CPU spike can trigger a rule even when Isolation Forest classifies the full feature combination as within its learned baseline. Synthetic evaluation does not establish accuracy on a real cluster.</a:t>
            </a:r>
          </a:p>
          <a:p xmlns:a="http://schemas.openxmlformats.org/drawingml/2006/main">
            <a:r>
              <a:t/>
            </a:r>
          </a:p>
          <a:p xmlns:a="http://schemas.openxmlformats.org/drawingml/2006/main">
            <a:r>
              <a:t>Source: https://github.com/manikantbindass/AutoHealOps-Self-Healing-Kubernetes-Cluster-with-AI-Fault-Detection/blob/7e3d0e6dcd34719b48e2a054b72a55b10c878562/docs/ai-models.md</a:t>
            </a:r>
          </a:p>
          <a:p xmlns:a="http://schemas.openxmlformats.org/drawingml/2006/main">
            <a:r>
              <a:t>Source snapshot: 7e3d0e6dcd34719b48e2a054b72a55b10c878562</a:t>
            </a:r>
          </a:p>
          <a:p xmlns:a="http://schemas.openxmlformats.org/drawingml/2006/main">
            <a:r>
              <a:t>Prepared 25 October 2026. Screenshots show labelled demo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predictor compares a linear trend with a persistence baseline, which simply repeats the most recent measurement. It uses only earlier samples for each holdout prediction. No calibrated failure probability, confidence interval or time-to-failure is available. The public browser demo does not run the forecasting service.</a:t>
            </a:r>
          </a:p>
          <a:p xmlns:a="http://schemas.openxmlformats.org/drawingml/2006/main">
            <a:r>
              <a:t/>
            </a:r>
          </a:p>
          <a:p xmlns:a="http://schemas.openxmlformats.org/drawingml/2006/main">
            <a:r>
              <a:t>Source: https://github.com/manikantbindass/AutoHealOps-Self-Healing-Kubernetes-Cluster-with-AI-Fault-Detection/blob/7e3d0e6dcd34719b48e2a054b72a55b10c878562/docs/ai-models.md</a:t>
            </a:r>
          </a:p>
          <a:p xmlns:a="http://schemas.openxmlformats.org/drawingml/2006/main">
            <a:r>
              <a:t>Source snapshot: 7e3d0e6dcd34719b48e2a054b72a55b10c878562</a:t>
            </a:r>
          </a:p>
          <a:p xmlns:a="http://schemas.openxmlformats.org/drawingml/2006/main">
            <a:r>
              <a:t>Prepared 25 October 2026. Screenshots show labelled demo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96% figure is the implemented synthetic CPU scenario, not a measurement from real infrastructure. The post-recovery value varies with the demo generator. The workflow records an explicitly simulated outcome and never touches Kubernetes. An operator can acknowledge or resolve the related incident. Recovery does not silently erase the audit history.</a:t>
            </a:r>
          </a:p>
          <a:p xmlns:a="http://schemas.openxmlformats.org/drawingml/2006/main">
            <a:r>
              <a:t/>
            </a:r>
          </a:p>
          <a:p xmlns:a="http://schemas.openxmlformats.org/drawingml/2006/main">
            <a:r>
              <a:t>Source: https://github.com/manikantbindass/AutoHealOps-Self-Healing-Kubernetes-Cluster-with-AI-Fault-Detection/blob/7e3d0e6dcd34719b48e2a054b72a55b10c878562/backend/services/platform.py</a:t>
            </a:r>
          </a:p>
          <a:p xmlns:a="http://schemas.openxmlformats.org/drawingml/2006/main">
            <a:r>
              <a:t>Source snapshot: 7e3d0e6dcd34719b48e2a054b72a55b10c878562</a:t>
            </a:r>
          </a:p>
          <a:p xmlns:a="http://schemas.openxmlformats.org/drawingml/2006/main">
            <a:r>
              <a:t>Prepared 25 October 2026. Screenshots show labelled demo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backend defaults are five maximum replicas, a 300-second target cooldown, ten operations per hour and one concurrent operation. The public showcase uses a 30-second cooldown and browser-session limits, which are demonstration logic rather than infrastructure security. Live actions and operator-created recommendations require explicit approval. The implementation does not delete namespaces, volumes or databases.</a:t>
            </a:r>
          </a:p>
          <a:p xmlns:a="http://schemas.openxmlformats.org/drawingml/2006/main">
            <a:r>
              <a:t/>
            </a:r>
          </a:p>
          <a:p xmlns:a="http://schemas.openxmlformats.org/drawingml/2006/main">
            <a:r>
              <a:t>Source: https://github.com/manikantbindass/AutoHealOps-Self-Healing-Kubernetes-Cluster-with-AI-Fault-Detection/blob/7e3d0e6dcd34719b48e2a054b72a55b10c878562/docs/security-operations.md</a:t>
            </a:r>
          </a:p>
          <a:p xmlns:a="http://schemas.openxmlformats.org/drawingml/2006/main">
            <a:r>
              <a:t>Source snapshot: 7e3d0e6dcd34719b48e2a054b72a55b10c878562</a:t>
            </a:r>
          </a:p>
          <a:p xmlns:a="http://schemas.openxmlformats.org/drawingml/2006/main">
            <a:r>
              <a:t>Prepared 25 October 2026. Screenshots show labelled demo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recommendation, decision rationale, approval actor, attempt count, outcome and correlation identifier. These fields help someone reconstruct the decision later. A real configured cluster action supports Deployment rollout restart or bounded scaling. Rollout availability and subsequent metric recovery are distinct observations.</a:t>
            </a:r>
          </a:p>
          <a:p xmlns:a="http://schemas.openxmlformats.org/drawingml/2006/main">
            <a:r>
              <a:t/>
            </a:r>
          </a:p>
          <a:p xmlns:a="http://schemas.openxmlformats.org/drawingml/2006/main">
            <a:r>
              <a:t>Source: https://github.com/manikantbindass/AutoHealOps-Self-Healing-Kubernetes-Cluster-with-AI-Fault-Detection/blob/7e3d0e6dcd34719b48e2a054b72a55b10c878562/docs/api-contract.md</a:t>
            </a:r>
          </a:p>
          <a:p xmlns:a="http://schemas.openxmlformats.org/drawingml/2006/main">
            <a:r>
              <a:t>Source snapshot: 7e3d0e6dcd34719b48e2a054b72a55b10c878562</a:t>
            </a:r>
          </a:p>
          <a:p xmlns:a="http://schemas.openxmlformats.org/drawingml/2006/main">
            <a:r>
              <a:t>Prepared 25 October 2026. Screenshots show labelled demo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Overview summarizes health and provenance. Cluster explorer searches and inspects available resources. Observability charts retained telemetry. Fault intelligence separates evidence and model identity from forecasting. Healing operations reviews recommendations and outcomes. Incidents support acknowledgement and resolution. Audit records actor, rationale and result. Settings expose safe policy and service status without revealing secret values.</a:t>
            </a:r>
          </a:p>
          <a:p xmlns:a="http://schemas.openxmlformats.org/drawingml/2006/main">
            <a:r>
              <a:t/>
            </a:r>
          </a:p>
          <a:p xmlns:a="http://schemas.openxmlformats.org/drawingml/2006/main">
            <a:r>
              <a:t>Source: https://github.com/manikantbindass/AutoHealOps-Self-Healing-Kubernetes-Cluster-with-AI-Fault-Detection/blob/7e3d0e6dcd34719b48e2a054b72a55b10c878562/README.md</a:t>
            </a:r>
          </a:p>
          <a:p xmlns:a="http://schemas.openxmlformats.org/drawingml/2006/main">
            <a:r>
              <a:t>Source snapshot: 7e3d0e6dcd34719b48e2a054b72a55b10c878562</a:t>
            </a:r>
          </a:p>
          <a:p xmlns:a="http://schemas.openxmlformats.org/drawingml/2006/main">
            <a:r>
              <a:t>Prepared 25 October 2026. Screenshots show labelled demo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Public website: https://autohealops.vercel.app. Native and Compose demos use the same backend contracts, while the public build deliberately isolates its state in the browser. Neither demo path represents a real repair. A live integration needs MongoDB, a reachable Prometheus installation, suitable exporters, strong credentials and scoped Kubernetes identity. Node-wide inventory is not implied by namespace-scoped authorization.</a:t>
            </a:r>
          </a:p>
          <a:p xmlns:a="http://schemas.openxmlformats.org/drawingml/2006/main">
            <a:r>
              <a:t/>
            </a:r>
          </a:p>
          <a:p xmlns:a="http://schemas.openxmlformats.org/drawingml/2006/main">
            <a:r>
              <a:t>Source: https://github.com/manikantbindass/AutoHealOps-Self-Healing-Kubernetes-Cluster-with-AI-Fault-Detection/blob/7e3d0e6dcd34719b48e2a054b72a55b10c878562/docs/vercel-deployment.md</a:t>
            </a:r>
          </a:p>
          <a:p xmlns:a="http://schemas.openxmlformats.org/drawingml/2006/main">
            <a:r>
              <a:t>Source snapshot: 7e3d0e6dcd34719b48e2a054b72a55b10c878562</a:t>
            </a:r>
          </a:p>
          <a:p xmlns:a="http://schemas.openxmlformats.org/drawingml/2006/main">
            <a:r>
              <a:t>Prepared 25 October 2026. Screenshots show labelled demo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visitor has an isolated browser session. Refreshing preserves session history and resets healing to paused. Closing the session clears the browser state according to the browser session-storage lifecycle. The site sends no requests to a backend or Kubernetes API. The local README gives installation instructions for the fuller system.</a:t>
            </a:r>
          </a:p>
          <a:p xmlns:a="http://schemas.openxmlformats.org/drawingml/2006/main">
            <a:r>
              <a:t/>
            </a:r>
          </a:p>
          <a:p xmlns:a="http://schemas.openxmlformats.org/drawingml/2006/main">
            <a:r>
              <a:t>Source: https://github.com/manikantbindass/AutoHealOps-Self-Healing-Kubernetes-Cluster-with-AI-Fault-Detection/blob/7e3d0e6dcd34719b48e2a054b72a55b10c878562/docs/vercel-deployment.md</a:t>
            </a:r>
          </a:p>
          <a:p xmlns:a="http://schemas.openxmlformats.org/drawingml/2006/main">
            <a:r>
              <a:t>Source snapshot: 7e3d0e6dcd34719b48e2a054b72a55b10c878562</a:t>
            </a:r>
          </a:p>
          <a:p xmlns:a="http://schemas.openxmlformats.org/drawingml/2006/main">
            <a:r>
              <a:t>Prepared 25 October 2026. Screenshots show labelled demo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existing local examples do not establish high availability or production safety. The backend has in-process locks and scheduling. Multiple backend replicas would require distributed claims and coordination. HPA needs metrics-server, NetworkPolicy requires a compatible CNI, and ingress TLS needs a controller and valid certificates. These dependencies are separate from simply applying a manifest.</a:t>
            </a:r>
          </a:p>
          <a:p xmlns:a="http://schemas.openxmlformats.org/drawingml/2006/main">
            <a:r>
              <a:t/>
            </a:r>
          </a:p>
          <a:p xmlns:a="http://schemas.openxmlformats.org/drawingml/2006/main">
            <a:r>
              <a:t>Source: https://github.com/manikantbindass/AutoHealOps-Self-Healing-Kubernetes-Cluster-with-AI-Fault-Detection/blob/7e3d0e6dcd34719b48e2a054b72a55b10c878562/docs/setup-guide.md</a:t>
            </a:r>
          </a:p>
          <a:p xmlns:a="http://schemas.openxmlformats.org/drawingml/2006/main">
            <a:r>
              <a:t>Source snapshot: 7e3d0e6dcd34719b48e2a054b72a55b10c878562</a:t>
            </a:r>
          </a:p>
          <a:p xmlns:a="http://schemas.openxmlformats.org/drawingml/2006/main">
            <a:r>
              <a:t>Prepared 25 October 2026. Screenshots show labelled demo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promise a percentage reduction in downtime, automatic root-cause diagnosis or proven production model accuracy. Local tests and CI provide evidence for implemented behavior, not an availability guarantee. Multi-cluster authorization, SSO, durable queues, immutable external audit storage and production-scale load or disaster-recovery verification remain future work.</a:t>
            </a:r>
          </a:p>
          <a:p xmlns:a="http://schemas.openxmlformats.org/drawingml/2006/main">
            <a:r>
              <a:t/>
            </a:r>
          </a:p>
          <a:p xmlns:a="http://schemas.openxmlformats.org/drawingml/2006/main">
            <a:r>
              <a:t>Source: https://github.com/manikantbindass/AutoHealOps-Self-Healing-Kubernetes-Cluster-with-AI-Fault-Detection/blob/7e3d0e6dcd34719b48e2a054b72a55b10c878562/docs/architecture.md</a:t>
            </a:r>
          </a:p>
          <a:p xmlns:a="http://schemas.openxmlformats.org/drawingml/2006/main">
            <a:r>
              <a:t>Source snapshot: 7e3d0e6dcd34719b48e2a054b72a55b10c878562</a:t>
            </a:r>
          </a:p>
          <a:p xmlns:a="http://schemas.openxmlformats.org/drawingml/2006/main">
            <a:r>
              <a:t>Prepared 25 October 2026. Screenshots show labelled demo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Full repository: https://github.com/manikantbindass/AutoHealOps-Self-Healing-Kubernetes-Cluster-with-AI-Fault-Detection. Sources used in this deck: README.md, docs/architecture.md, docs/ai-models.md, docs/api-contract.md, docs/setup-guide.md, docs/security-operations.md and docs/vercel-deployment.md at source snapshot 7e3d0e6dcd34719b48e2a054b72a55b10c878562. Author: Manikant Kumar. Prepared 25 October 2026. The companion PDF provides a more detailed explanation and glossary.</a:t>
            </a:r>
          </a:p>
          <a:p xmlns:a="http://schemas.openxmlformats.org/drawingml/2006/main">
            <a:r>
              <a:t/>
            </a:r>
          </a:p>
          <a:p xmlns:a="http://schemas.openxmlformats.org/drawingml/2006/main">
            <a:r>
              <a:t>Source: https://github.com/manikantbindass/AutoHealOps-Self-Healing-Kubernetes-Cluster-with-AI-Fault-Detection/blob/7e3d0e6dcd34719b48e2a054b72a55b10c878562/README.md</a:t>
            </a:r>
          </a:p>
          <a:p xmlns:a="http://schemas.openxmlformats.org/drawingml/2006/main">
            <a:r>
              <a:t>Source snapshot: 7e3d0e6dcd34719b48e2a054b72a55b10c878562</a:t>
            </a:r>
          </a:p>
          <a:p xmlns:a="http://schemas.openxmlformats.org/drawingml/2006/main">
            <a:r>
              <a:t>Prepared 25 October 2026. Screenshots show labelled demo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67adc31d13048a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e9c825be32448d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1c955a8a9f04ef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44a14446842496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1dbdcd3c817414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41e195d20dc429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4BCEF6E-E7BA-4C71-8995-D53B5896395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507B317-1138-45A3-BA2F-56B4D67A1E0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86262C4-89D0-4B83-AE39-0092C71510C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58D5079-99D6-41B9-BD7A-B5BB879011F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86755F3-92F9-4639-B8A5-B8610324D9B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D024C7B-1CCE-468B-9924-F0BC7ED1E4C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9040857-F456-440B-92C4-D4114ED782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B6255DB-830C-429E-9F86-BF1676B5E48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AE98A98-165F-4B74-8589-9D10417EDA3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D3A89AD-C7F2-41A3-B3EC-753D4050B33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d5ffa0e49a244fc" /><Relationship Type="http://schemas.openxmlformats.org/officeDocument/2006/relationships/slideLayout" Target="/ppt/slideLayouts/slideLayout1.xml" Id="R45ab862199c743e3" /><Relationship Type="http://schemas.openxmlformats.org/officeDocument/2006/relationships/slideLayout" Target="/ppt/slideLayouts/slideLayout2.xml" Id="R0eded0d7ef0e47ca" /><Relationship Type="http://schemas.openxmlformats.org/officeDocument/2006/relationships/slideLayout" Target="/ppt/slideLayouts/slideLayout3.xml" Id="Rf2ac66d4dcdc4dda" /><Relationship Type="http://schemas.openxmlformats.org/officeDocument/2006/relationships/slideLayout" Target="/ppt/slideLayouts/slideLayout4.xml" Id="R8a2431d952c64223" /><Relationship Type="http://schemas.openxmlformats.org/officeDocument/2006/relationships/slideLayout" Target="/ppt/slideLayouts/slideLayout5.xml" Id="R1ab6bf64279d4fdf" /><Relationship Type="http://schemas.openxmlformats.org/officeDocument/2006/relationships/slideLayout" Target="/ppt/slideLayouts/slideLayout6.xml" Id="R352fed1341454ac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5ab862199c743e3"/>
    <p:sldLayoutId xmlns:r="http://schemas.openxmlformats.org/officeDocument/2006/relationships" id="2147483650" r:id="R0eded0d7ef0e47ca"/>
    <p:sldLayoutId xmlns:r="http://schemas.openxmlformats.org/officeDocument/2006/relationships" id="2147483651" r:id="Rf2ac66d4dcdc4dda"/>
    <p:sldLayoutId xmlns:r="http://schemas.openxmlformats.org/officeDocument/2006/relationships" id="2147483652" r:id="R8a2431d952c64223"/>
    <p:sldLayoutId xmlns:r="http://schemas.openxmlformats.org/officeDocument/2006/relationships" id="2147483653" r:id="R1ab6bf64279d4fdf"/>
    <p:sldLayoutId xmlns:r="http://schemas.openxmlformats.org/officeDocument/2006/relationships" id="2147483654" r:id="R352fed1341454ac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64aad94072245f4" /><Relationship Type="http://schemas.openxmlformats.org/officeDocument/2006/relationships/notesSlide" Target="/ppt/notesSlides/notesSlide1.xml" Id="Rbe5eb04594b34c2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f84e0105c6c4852" /><Relationship Type="http://schemas.openxmlformats.org/officeDocument/2006/relationships/notesSlide" Target="/ppt/notesSlides/notesSlide2.xml" Id="R26284a5c6cdc474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b9fd619be364ec2" /><Relationship Type="http://schemas.openxmlformats.org/officeDocument/2006/relationships/notesSlide" Target="/ppt/notesSlides/notesSlide3.xml" Id="R93d47cb18ed94c8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528f08ec47e4fe7" /><Relationship Type="http://schemas.openxmlformats.org/officeDocument/2006/relationships/notesSlide" Target="/ppt/notesSlides/notesSlide4.xml" Id="R6eaccec2fdd5469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675967143aa459e" /><Relationship Type="http://schemas.openxmlformats.org/officeDocument/2006/relationships/notesSlide" Target="/ppt/notesSlides/notesSlide5.xml" Id="R4e7ba3383fd7472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df1cb37cde14753" /><Relationship Type="http://schemas.openxmlformats.org/officeDocument/2006/relationships/notesSlide" Target="/ppt/notesSlides/notesSlide6.xml" Id="Ra7a39c11f6734ae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152b4c487b94f9f" /><Relationship Type="http://schemas.openxmlformats.org/officeDocument/2006/relationships/notesSlide" Target="/ppt/notesSlides/notesSlide7.xml" Id="Raadac3bf48cd42c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d281bd4ac904e63" /><Relationship Type="http://schemas.openxmlformats.org/officeDocument/2006/relationships/notesSlide" Target="/ppt/notesSlides/notesSlide8.xml" Id="Reaf59fb691b14b8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83528d4a391451a" /><Relationship Type="http://schemas.openxmlformats.org/officeDocument/2006/relationships/image" Target="/ppt/media/image.png" Id="R3cc94337bdbd4662" /><Relationship Type="http://schemas.openxmlformats.org/officeDocument/2006/relationships/notesSlide" Target="/ppt/notesSlides/notesSlide9.xml" Id="Rc2d5062b620244b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247106f123a4ac8" /><Relationship Type="http://schemas.openxmlformats.org/officeDocument/2006/relationships/notesSlide" Target="/ppt/notesSlides/notesSlide10.xml" Id="Rf09b6aeaeeaa4b0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cb0a3e6fdba4daa" /><Relationship Type="http://schemas.openxmlformats.org/officeDocument/2006/relationships/notesSlide" Target="/ppt/notesSlides/notesSlide11.xml" Id="R7ff6cf2e748e4d7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68e6e7a80524942" /><Relationship Type="http://schemas.openxmlformats.org/officeDocument/2006/relationships/notesSlide" Target="/ppt/notesSlides/notesSlide12.xml" Id="R47ad9e84a6164d6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71de80d8eae47d2" /><Relationship Type="http://schemas.openxmlformats.org/officeDocument/2006/relationships/notesSlide" Target="/ppt/notesSlides/notesSlide13.xml" Id="R95d606619521429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0021599121345be" /><Relationship Type="http://schemas.openxmlformats.org/officeDocument/2006/relationships/image" Target="/ppt/media/image2.png" Id="R608df0692ec84663" /><Relationship Type="http://schemas.openxmlformats.org/officeDocument/2006/relationships/notesSlide" Target="/ppt/notesSlides/notesSlide14.xml" Id="R0fe686d739e34f0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401e8212e894d6b" /><Relationship Type="http://schemas.openxmlformats.org/officeDocument/2006/relationships/notesSlide" Target="/ppt/notesSlides/notesSlide15.xml" Id="R363d3fcfb4f04cf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43caa53cebc4625" /><Relationship Type="http://schemas.openxmlformats.org/officeDocument/2006/relationships/notesSlide" Target="/ppt/notesSlides/notesSlide16.xml" Id="Rf0e4d62631254bb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9851b2c4c474d39" /><Relationship Type="http://schemas.openxmlformats.org/officeDocument/2006/relationships/notesSlide" Target="/ppt/notesSlides/notesSlide17.xml" Id="R3017496cb1e7471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1750f3f533b4237" /><Relationship Type="http://schemas.openxmlformats.org/officeDocument/2006/relationships/notesSlide" Target="/ppt/notesSlides/notesSlide18.xml" Id="R4100d836265640e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b5546db49290497a" /><Relationship Type="http://schemas.openxmlformats.org/officeDocument/2006/relationships/notesSlide" Target="/ppt/notesSlides/notesSlide19.xml" Id="R66717fbf5f2b4dd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f94a64edd2fa44ae" /><Relationship Type="http://schemas.openxmlformats.org/officeDocument/2006/relationships/hyperlink" Target="https://autohealops.vercel.app" TargetMode="External" Id="R4c991b0ccbc1475b" /><Relationship Type="http://schemas.openxmlformats.org/officeDocument/2006/relationships/hyperlink" Target="https://github.com/manikantbindass/AutoHealOps-Self-Healing-Kubernetes-Cluster-with-AI-Fault-Detection" TargetMode="External" Id="R5b970e179a024f78" /><Relationship Type="http://schemas.openxmlformats.org/officeDocument/2006/relationships/notesSlide" Target="/ppt/notesSlides/notesSlide20.xml" Id="Rcd6d16cd6f8548b4" /></Relationships>
</file>

<file path=ppt/slides/slide1.xml><?xml version="1.0" encoding="utf-8"?>
<p:sld xmlns:p="http://schemas.openxmlformats.org/presentationml/2006/main">
  <p:cSld>
    <p:bg>
      <p:bgPr>
        <a:solidFill xmlns:a="http://schemas.openxmlformats.org/drawingml/2006/main">
          <a:srgbClr val="080808"/>
        </a:solidFill>
      </p:bgPr>
    </p:bg>
    <p:spTree>
      <p:nvGrpSpPr>
        <p:cNvPr id="1" name=""/>
        <p:cNvGrpSpPr/>
        <p:nvPr/>
      </p:nvGrpSpPr>
      <p:grpSpPr>
        <a:xfrm xmlns:a="http://schemas.openxmlformats.org/drawingml/2006/main"/>
      </p:grpSpPr>
      <p:sp>
        <p:nvSpPr>
          <p:cNvPr id="5" name="cover-title">
            <a:extLst xmlns:a="http://schemas.openxmlformats.org/drawingml/2006/main">
              <a:ext uri="{FF2B5EF4-FFF2-40B4-BE49-F238E27FC236}">
                <a16:creationId xmlns:a16="http://schemas.microsoft.com/office/drawing/2014/main" id="{68DD452F-C191-4B91-B9EA-1F0D6A50122A}"/>
              </a:ext>
            </a:extLst>
          </p:cNvPr>
          <p:cNvSpPr>
            <a:spLocks xmlns:a="http://schemas.openxmlformats.org/drawingml/2006/main" noGrp="1"/>
          </p:cNvSpPr>
          <p:nvPr/>
        </p:nvSpPr>
        <p:spPr>
          <a:xfrm xmlns:a="http://schemas.openxmlformats.org/drawingml/2006/main">
            <a:off x="685800" y="1619250"/>
            <a:ext cx="104775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6600" b="0">
                <a:solidFill>
                  <a:srgbClr val="F2F2F2"/>
                </a:solidFill>
                <a:latin typeface="Arial"/>
                <a:ea typeface="Arial"/>
                <a:cs typeface="Arial"/>
              </a:defRPr>
            </a:defPPr>
            <a:lvl1pPr algn="l">
              <a:defRPr sz="6600" b="0">
                <a:solidFill>
                  <a:srgbClr val="F2F2F2"/>
                </a:solidFill>
                <a:latin typeface="Arial"/>
                <a:ea typeface="Arial"/>
                <a:cs typeface="Arial"/>
              </a:defRPr>
            </a:lvl1pPr>
            <a:lvl2pPr algn="l">
              <a:defRPr sz="6600" b="0">
                <a:solidFill>
                  <a:srgbClr val="F2F2F2"/>
                </a:solidFill>
                <a:latin typeface="Arial"/>
                <a:ea typeface="Arial"/>
                <a:cs typeface="Arial"/>
              </a:defRPr>
            </a:lvl2pPr>
            <a:lvl3pPr algn="l">
              <a:defRPr sz="6600" b="0">
                <a:solidFill>
                  <a:srgbClr val="F2F2F2"/>
                </a:solidFill>
                <a:latin typeface="Arial"/>
                <a:ea typeface="Arial"/>
                <a:cs typeface="Arial"/>
              </a:defRPr>
            </a:lvl3pPr>
            <a:lvl4pPr algn="l">
              <a:defRPr sz="6600" b="0">
                <a:solidFill>
                  <a:srgbClr val="F2F2F2"/>
                </a:solidFill>
                <a:latin typeface="Arial"/>
                <a:ea typeface="Arial"/>
                <a:cs typeface="Arial"/>
              </a:defRPr>
            </a:lvl4pPr>
            <a:lvl5pPr algn="l">
              <a:defRPr sz="6600" b="0">
                <a:solidFill>
                  <a:srgbClr val="F2F2F2"/>
                </a:solidFill>
                <a:latin typeface="Arial"/>
                <a:ea typeface="Arial"/>
                <a:cs typeface="Arial"/>
              </a:defRPr>
            </a:lvl5pPr>
            <a:lvl6pPr algn="l">
              <a:defRPr sz="6600" b="0">
                <a:solidFill>
                  <a:srgbClr val="F2F2F2"/>
                </a:solidFill>
                <a:latin typeface="Arial"/>
                <a:ea typeface="Arial"/>
                <a:cs typeface="Arial"/>
              </a:defRPr>
            </a:lvl6pPr>
            <a:lvl7pPr algn="l">
              <a:defRPr sz="6600" b="0">
                <a:solidFill>
                  <a:srgbClr val="F2F2F2"/>
                </a:solidFill>
                <a:latin typeface="Arial"/>
                <a:ea typeface="Arial"/>
                <a:cs typeface="Arial"/>
              </a:defRPr>
            </a:lvl7pPr>
            <a:lvl8pPr algn="l">
              <a:defRPr sz="6600" b="0">
                <a:solidFill>
                  <a:srgbClr val="F2F2F2"/>
                </a:solidFill>
                <a:latin typeface="Arial"/>
                <a:ea typeface="Arial"/>
                <a:cs typeface="Arial"/>
              </a:defRPr>
            </a:lvl8pPr>
            <a:lvl9pPr algn="l">
              <a:defRPr sz="6600" b="0">
                <a:solidFill>
                  <a:srgbClr val="F2F2F2"/>
                </a:solidFill>
                <a:latin typeface="Arial"/>
                <a:ea typeface="Arial"/>
                <a:cs typeface="Arial"/>
              </a:defRPr>
            </a:lvl9pPr>
          </a:lstStyle>
          <a:p xmlns:a="http://schemas.openxmlformats.org/drawingml/2006/main">
            <a:pPr algn="l">
              <a:lnSpc>
                <a:spcPct val="118000"/>
              </a:lnSpc>
              <a:buNone/>
              <a:defRPr sz="6600" b="0">
                <a:solidFill>
                  <a:srgbClr val="F2F2F2"/>
                </a:solidFill>
                <a:latin typeface="Arial"/>
                <a:ea typeface="Arial"/>
                <a:cs typeface="Arial"/>
              </a:defRPr>
            </a:pPr>
            <a:r>
              <a:rPr sz="6600" b="0">
                <a:solidFill>
                  <a:srgbClr val="F2F2F2"/>
                </a:solidFill>
                <a:latin typeface="Arial"/>
                <a:ea typeface="Arial"/>
                <a:cs typeface="Arial"/>
              </a:rPr>
              <a:t>AutoHealOps</a:t>
            </a:r>
          </a:p>
        </p:txBody>
      </p:sp>
      <p:sp>
        <p:nvSpPr>
          <p:cNvPr id="2" name="cover-subtitle">
            <a:extLst xmlns:a="http://schemas.openxmlformats.org/drawingml/2006/main">
              <a:ext uri="{FF2B5EF4-FFF2-40B4-BE49-F238E27FC236}">
                <a16:creationId xmlns:a16="http://schemas.microsoft.com/office/drawing/2014/main" id="{24B3E603-7897-4F02-A46F-0605318153F1}"/>
              </a:ext>
            </a:extLst>
          </p:cNvPr>
          <p:cNvSpPr>
            <a:spLocks xmlns:a="http://schemas.openxmlformats.org/drawingml/2006/main" noGrp="1"/>
          </p:cNvSpPr>
          <p:nvPr/>
        </p:nvSpPr>
        <p:spPr>
          <a:xfrm xmlns:a="http://schemas.openxmlformats.org/drawingml/2006/main">
            <a:off x="723900" y="2876550"/>
            <a:ext cx="10001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700" b="0">
                <a:solidFill>
                  <a:srgbClr val="B9BDC2"/>
                </a:solidFill>
                <a:latin typeface="Arial"/>
                <a:ea typeface="Arial"/>
                <a:cs typeface="Arial"/>
              </a:defRPr>
            </a:defPPr>
            <a:lvl1pPr algn="l">
              <a:defRPr sz="2700" b="0">
                <a:solidFill>
                  <a:srgbClr val="B9BDC2"/>
                </a:solidFill>
                <a:latin typeface="Arial"/>
                <a:ea typeface="Arial"/>
                <a:cs typeface="Arial"/>
              </a:defRPr>
            </a:lvl1pPr>
            <a:lvl2pPr algn="l">
              <a:defRPr sz="2700" b="0">
                <a:solidFill>
                  <a:srgbClr val="B9BDC2"/>
                </a:solidFill>
                <a:latin typeface="Arial"/>
                <a:ea typeface="Arial"/>
                <a:cs typeface="Arial"/>
              </a:defRPr>
            </a:lvl2pPr>
            <a:lvl3pPr algn="l">
              <a:defRPr sz="2700" b="0">
                <a:solidFill>
                  <a:srgbClr val="B9BDC2"/>
                </a:solidFill>
                <a:latin typeface="Arial"/>
                <a:ea typeface="Arial"/>
                <a:cs typeface="Arial"/>
              </a:defRPr>
            </a:lvl3pPr>
            <a:lvl4pPr algn="l">
              <a:defRPr sz="2700" b="0">
                <a:solidFill>
                  <a:srgbClr val="B9BDC2"/>
                </a:solidFill>
                <a:latin typeface="Arial"/>
                <a:ea typeface="Arial"/>
                <a:cs typeface="Arial"/>
              </a:defRPr>
            </a:lvl4pPr>
            <a:lvl5pPr algn="l">
              <a:defRPr sz="2700" b="0">
                <a:solidFill>
                  <a:srgbClr val="B9BDC2"/>
                </a:solidFill>
                <a:latin typeface="Arial"/>
                <a:ea typeface="Arial"/>
                <a:cs typeface="Arial"/>
              </a:defRPr>
            </a:lvl5pPr>
            <a:lvl6pPr algn="l">
              <a:defRPr sz="2700" b="0">
                <a:solidFill>
                  <a:srgbClr val="B9BDC2"/>
                </a:solidFill>
                <a:latin typeface="Arial"/>
                <a:ea typeface="Arial"/>
                <a:cs typeface="Arial"/>
              </a:defRPr>
            </a:lvl6pPr>
            <a:lvl7pPr algn="l">
              <a:defRPr sz="2700" b="0">
                <a:solidFill>
                  <a:srgbClr val="B9BDC2"/>
                </a:solidFill>
                <a:latin typeface="Arial"/>
                <a:ea typeface="Arial"/>
                <a:cs typeface="Arial"/>
              </a:defRPr>
            </a:lvl7pPr>
            <a:lvl8pPr algn="l">
              <a:defRPr sz="2700" b="0">
                <a:solidFill>
                  <a:srgbClr val="B9BDC2"/>
                </a:solidFill>
                <a:latin typeface="Arial"/>
                <a:ea typeface="Arial"/>
                <a:cs typeface="Arial"/>
              </a:defRPr>
            </a:lvl8pPr>
            <a:lvl9pPr algn="l">
              <a:defRPr sz="2700" b="0">
                <a:solidFill>
                  <a:srgbClr val="B9BDC2"/>
                </a:solidFill>
                <a:latin typeface="Arial"/>
                <a:ea typeface="Arial"/>
                <a:cs typeface="Arial"/>
              </a:defRPr>
            </a:lvl9pPr>
          </a:lstStyle>
          <a:p xmlns:a="http://schemas.openxmlformats.org/drawingml/2006/main">
            <a:pPr algn="l">
              <a:lnSpc>
                <a:spcPct val="118000"/>
              </a:lnSpc>
              <a:buNone/>
              <a:defRPr sz="2700" b="0">
                <a:solidFill>
                  <a:srgbClr val="B9BDC2"/>
                </a:solidFill>
                <a:latin typeface="Arial"/>
                <a:ea typeface="Arial"/>
                <a:cs typeface="Arial"/>
              </a:defRPr>
            </a:pPr>
            <a:r>
              <a:rPr sz="2700" b="0">
                <a:solidFill>
                  <a:srgbClr val="B9BDC2"/>
                </a:solidFill>
                <a:latin typeface="Arial"/>
                <a:ea typeface="Arial"/>
                <a:cs typeface="Arial"/>
              </a:rPr>
              <a:t>A plain-language introduction</a:t>
            </a:r>
          </a:p>
        </p:txBody>
      </p:sp>
      <p:sp>
        <p:nvSpPr>
          <p:cNvPr id="3" name="cover-purpose">
            <a:extLst xmlns:a="http://schemas.openxmlformats.org/drawingml/2006/main">
              <a:ext uri="{FF2B5EF4-FFF2-40B4-BE49-F238E27FC236}">
                <a16:creationId xmlns:a16="http://schemas.microsoft.com/office/drawing/2014/main" id="{139214CB-26B5-4895-8983-B20E7767892B}"/>
              </a:ext>
            </a:extLst>
          </p:cNvPr>
          <p:cNvSpPr>
            <a:spLocks xmlns:a="http://schemas.openxmlformats.org/drawingml/2006/main" noGrp="1"/>
          </p:cNvSpPr>
          <p:nvPr/>
        </p:nvSpPr>
        <p:spPr>
          <a:xfrm xmlns:a="http://schemas.openxmlformats.org/drawingml/2006/main">
            <a:off x="723900" y="3790950"/>
            <a:ext cx="9525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B9BDC2"/>
                </a:solidFill>
                <a:latin typeface="Arial"/>
                <a:ea typeface="Arial"/>
                <a:cs typeface="Arial"/>
              </a:defRPr>
            </a:defPPr>
            <a:lvl1pPr algn="l">
              <a:defRPr sz="2025" b="0">
                <a:solidFill>
                  <a:srgbClr val="B9BDC2"/>
                </a:solidFill>
                <a:latin typeface="Arial"/>
                <a:ea typeface="Arial"/>
                <a:cs typeface="Arial"/>
              </a:defRPr>
            </a:lvl1pPr>
            <a:lvl2pPr algn="l">
              <a:defRPr sz="2025" b="0">
                <a:solidFill>
                  <a:srgbClr val="B9BDC2"/>
                </a:solidFill>
                <a:latin typeface="Arial"/>
                <a:ea typeface="Arial"/>
                <a:cs typeface="Arial"/>
              </a:defRPr>
            </a:lvl2pPr>
            <a:lvl3pPr algn="l">
              <a:defRPr sz="2025" b="0">
                <a:solidFill>
                  <a:srgbClr val="B9BDC2"/>
                </a:solidFill>
                <a:latin typeface="Arial"/>
                <a:ea typeface="Arial"/>
                <a:cs typeface="Arial"/>
              </a:defRPr>
            </a:lvl3pPr>
            <a:lvl4pPr algn="l">
              <a:defRPr sz="2025" b="0">
                <a:solidFill>
                  <a:srgbClr val="B9BDC2"/>
                </a:solidFill>
                <a:latin typeface="Arial"/>
                <a:ea typeface="Arial"/>
                <a:cs typeface="Arial"/>
              </a:defRPr>
            </a:lvl4pPr>
            <a:lvl5pPr algn="l">
              <a:defRPr sz="2025" b="0">
                <a:solidFill>
                  <a:srgbClr val="B9BDC2"/>
                </a:solidFill>
                <a:latin typeface="Arial"/>
                <a:ea typeface="Arial"/>
                <a:cs typeface="Arial"/>
              </a:defRPr>
            </a:lvl5pPr>
            <a:lvl6pPr algn="l">
              <a:defRPr sz="2025" b="0">
                <a:solidFill>
                  <a:srgbClr val="B9BDC2"/>
                </a:solidFill>
                <a:latin typeface="Arial"/>
                <a:ea typeface="Arial"/>
                <a:cs typeface="Arial"/>
              </a:defRPr>
            </a:lvl6pPr>
            <a:lvl7pPr algn="l">
              <a:defRPr sz="2025" b="0">
                <a:solidFill>
                  <a:srgbClr val="B9BDC2"/>
                </a:solidFill>
                <a:latin typeface="Arial"/>
                <a:ea typeface="Arial"/>
                <a:cs typeface="Arial"/>
              </a:defRPr>
            </a:lvl7pPr>
            <a:lvl8pPr algn="l">
              <a:defRPr sz="2025" b="0">
                <a:solidFill>
                  <a:srgbClr val="B9BDC2"/>
                </a:solidFill>
                <a:latin typeface="Arial"/>
                <a:ea typeface="Arial"/>
                <a:cs typeface="Arial"/>
              </a:defRPr>
            </a:lvl8pPr>
            <a:lvl9pPr algn="l">
              <a:defRPr sz="2025" b="0">
                <a:solidFill>
                  <a:srgbClr val="B9BDC2"/>
                </a:solidFill>
                <a:latin typeface="Arial"/>
                <a:ea typeface="Arial"/>
                <a:cs typeface="Arial"/>
              </a:defRPr>
            </a:lvl9pPr>
          </a:lstStyle>
          <a:p xmlns:a="http://schemas.openxmlformats.org/drawingml/2006/main">
            <a:pPr algn="l">
              <a:lnSpc>
                <a:spcPct val="118000"/>
              </a:lnSpc>
              <a:buNone/>
              <a:defRPr sz="2025" b="0">
                <a:solidFill>
                  <a:srgbClr val="B9BDC2"/>
                </a:solidFill>
                <a:latin typeface="Arial"/>
                <a:ea typeface="Arial"/>
                <a:cs typeface="Arial"/>
              </a:defRPr>
            </a:pPr>
            <a:r>
              <a:rPr sz="2025" b="0">
                <a:solidFill>
                  <a:srgbClr val="B9BDC2"/>
                </a:solidFill>
                <a:latin typeface="Arial"/>
                <a:ea typeface="Arial"/>
                <a:cs typeface="Arial"/>
              </a:rPr>
              <a:t>What it does, how it works and why it is needed</a:t>
            </a:r>
          </a:p>
        </p:txBody>
      </p:sp>
      <p:sp>
        <p:nvSpPr>
          <p:cNvPr id="4" name="cover-author">
            <a:extLst xmlns:a="http://schemas.openxmlformats.org/drawingml/2006/main">
              <a:ext uri="{FF2B5EF4-FFF2-40B4-BE49-F238E27FC236}">
                <a16:creationId xmlns:a16="http://schemas.microsoft.com/office/drawing/2014/main" id="{D3C944B0-4A5C-4855-AB17-3D11704B7CE9}"/>
              </a:ext>
            </a:extLst>
          </p:cNvPr>
          <p:cNvSpPr>
            <a:spLocks xmlns:a="http://schemas.openxmlformats.org/drawingml/2006/main" noGrp="1"/>
          </p:cNvSpPr>
          <p:nvPr/>
        </p:nvSpPr>
        <p:spPr>
          <a:xfrm xmlns:a="http://schemas.openxmlformats.org/drawingml/2006/main">
            <a:off x="723900" y="5381625"/>
            <a:ext cx="571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0">
                <a:solidFill>
                  <a:srgbClr val="9C9FA4"/>
                </a:solidFill>
                <a:latin typeface="Arial"/>
                <a:ea typeface="Arial"/>
                <a:cs typeface="Arial"/>
              </a:defRPr>
            </a:defPPr>
            <a:lvl1pPr algn="l">
              <a:defRPr sz="1500" b="0">
                <a:solidFill>
                  <a:srgbClr val="9C9FA4"/>
                </a:solidFill>
                <a:latin typeface="Arial"/>
                <a:ea typeface="Arial"/>
                <a:cs typeface="Arial"/>
              </a:defRPr>
            </a:lvl1pPr>
            <a:lvl2pPr algn="l">
              <a:defRPr sz="1500" b="0">
                <a:solidFill>
                  <a:srgbClr val="9C9FA4"/>
                </a:solidFill>
                <a:latin typeface="Arial"/>
                <a:ea typeface="Arial"/>
                <a:cs typeface="Arial"/>
              </a:defRPr>
            </a:lvl2pPr>
            <a:lvl3pPr algn="l">
              <a:defRPr sz="1500" b="0">
                <a:solidFill>
                  <a:srgbClr val="9C9FA4"/>
                </a:solidFill>
                <a:latin typeface="Arial"/>
                <a:ea typeface="Arial"/>
                <a:cs typeface="Arial"/>
              </a:defRPr>
            </a:lvl3pPr>
            <a:lvl4pPr algn="l">
              <a:defRPr sz="1500" b="0">
                <a:solidFill>
                  <a:srgbClr val="9C9FA4"/>
                </a:solidFill>
                <a:latin typeface="Arial"/>
                <a:ea typeface="Arial"/>
                <a:cs typeface="Arial"/>
              </a:defRPr>
            </a:lvl4pPr>
            <a:lvl5pPr algn="l">
              <a:defRPr sz="1500" b="0">
                <a:solidFill>
                  <a:srgbClr val="9C9FA4"/>
                </a:solidFill>
                <a:latin typeface="Arial"/>
                <a:ea typeface="Arial"/>
                <a:cs typeface="Arial"/>
              </a:defRPr>
            </a:lvl5pPr>
            <a:lvl6pPr algn="l">
              <a:defRPr sz="1500" b="0">
                <a:solidFill>
                  <a:srgbClr val="9C9FA4"/>
                </a:solidFill>
                <a:latin typeface="Arial"/>
                <a:ea typeface="Arial"/>
                <a:cs typeface="Arial"/>
              </a:defRPr>
            </a:lvl6pPr>
            <a:lvl7pPr algn="l">
              <a:defRPr sz="1500" b="0">
                <a:solidFill>
                  <a:srgbClr val="9C9FA4"/>
                </a:solidFill>
                <a:latin typeface="Arial"/>
                <a:ea typeface="Arial"/>
                <a:cs typeface="Arial"/>
              </a:defRPr>
            </a:lvl7pPr>
            <a:lvl8pPr algn="l">
              <a:defRPr sz="1500" b="0">
                <a:solidFill>
                  <a:srgbClr val="9C9FA4"/>
                </a:solidFill>
                <a:latin typeface="Arial"/>
                <a:ea typeface="Arial"/>
                <a:cs typeface="Arial"/>
              </a:defRPr>
            </a:lvl8pPr>
            <a:lvl9pPr algn="l">
              <a:defRPr sz="1500" b="0">
                <a:solidFill>
                  <a:srgbClr val="9C9FA4"/>
                </a:solidFill>
                <a:latin typeface="Arial"/>
                <a:ea typeface="Arial"/>
                <a:cs typeface="Arial"/>
              </a:defRPr>
            </a:lvl9pPr>
          </a:lstStyle>
          <a:p xmlns:a="http://schemas.openxmlformats.org/drawingml/2006/main">
            <a:pPr algn="l">
              <a:lnSpc>
                <a:spcPct val="118000"/>
              </a:lnSpc>
              <a:buNone/>
              <a:defRPr sz="1500" b="0">
                <a:solidFill>
                  <a:srgbClr val="9C9FA4"/>
                </a:solidFill>
                <a:latin typeface="Arial"/>
                <a:ea typeface="Arial"/>
                <a:cs typeface="Arial"/>
              </a:defRPr>
            </a:pPr>
            <a:r>
              <a:rPr sz="1500" b="0">
                <a:solidFill>
                  <a:srgbClr val="9C9FA4"/>
                </a:solidFill>
                <a:latin typeface="Arial"/>
                <a:ea typeface="Arial"/>
                <a:cs typeface="Arial"/>
              </a:rPr>
              <a:t>Manikant Kumar</a:t>
            </a:r>
          </a:p>
          <a:p xmlns:a="http://schemas.openxmlformats.org/drawingml/2006/main">
            <a:pPr algn="l">
              <a:lnSpc>
                <a:spcPct val="118000"/>
              </a:lnSpc>
              <a:buNone/>
              <a:defRPr sz="1500" b="0">
                <a:solidFill>
                  <a:srgbClr val="9C9FA4"/>
                </a:solidFill>
                <a:latin typeface="Arial"/>
                <a:ea typeface="Arial"/>
                <a:cs typeface="Arial"/>
              </a:defRPr>
            </a:pPr>
            <a:r>
              <a:rPr sz="1500" b="0">
                <a:solidFill>
                  <a:srgbClr val="9C9FA4"/>
                </a:solidFill>
                <a:latin typeface="Arial"/>
                <a:ea typeface="Arial"/>
                <a:cs typeface="Arial"/>
              </a:rPr>
              <a:t>25 October 2026</a:t>
            </a:r>
          </a:p>
        </p:txBody>
      </p:sp>
    </p:spTree>
    <p:extLst>
      <p:ext uri="{BB962C8B-B14F-4D97-AF65-F5344CB8AC3E}">
        <p14:creationId xmlns:p14="http://schemas.microsoft.com/office/powerpoint/2010/main" val="1745304183"/>
      </p:ext>
    </p:extLst>
  </p:cSld>
</p:sld>
</file>

<file path=ppt/slides/slide2.xml><?xml version="1.0" encoding="utf-8"?>
<p:sld xmlns:p="http://schemas.openxmlformats.org/presentationml/2006/main">
  <p:cSld>
    <p:bg>
      <p:bgPr>
        <a:solidFill xmlns:a="http://schemas.openxmlformats.org/drawingml/2006/main">
          <a:srgbClr val="080808"/>
        </a:solidFill>
      </p:bgPr>
    </p:bg>
    <p:spTree>
      <p:nvGrpSpPr>
        <p:cNvPr id="1" name=""/>
        <p:cNvGrpSpPr/>
        <p:nvPr/>
      </p:nvGrpSpPr>
      <p:grpSpPr>
        <a:xfrm xmlns:a="http://schemas.openxmlformats.org/drawingml/2006/main"/>
      </p:grpSpPr>
      <p:sp>
        <p:nvSpPr>
          <p:cNvPr id="5" name="slide-title">
            <a:extLst xmlns:a="http://schemas.openxmlformats.org/drawingml/2006/main">
              <a:ext uri="{FF2B5EF4-FFF2-40B4-BE49-F238E27FC236}">
                <a16:creationId xmlns:a16="http://schemas.microsoft.com/office/drawing/2014/main" id="{98E31E45-F5AF-40F8-9ED3-62F6D5317F13}"/>
              </a:ext>
            </a:extLst>
          </p:cNvPr>
          <p:cNvSpPr>
            <a:spLocks xmlns:a="http://schemas.openxmlformats.org/drawingml/2006/main" noGrp="1"/>
          </p:cNvSpPr>
          <p:nvPr/>
        </p:nvSpPr>
        <p:spPr>
          <a:xfrm xmlns:a="http://schemas.openxmlformats.org/drawingml/2006/main">
            <a:off x="609600" y="466725"/>
            <a:ext cx="10858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0">
                <a:solidFill>
                  <a:srgbClr val="F2F2F2"/>
                </a:solidFill>
                <a:latin typeface="Arial"/>
                <a:ea typeface="Arial"/>
                <a:cs typeface="Arial"/>
              </a:defRPr>
            </a:defPPr>
            <a:lvl1pPr algn="l">
              <a:defRPr sz="3300" b="0">
                <a:solidFill>
                  <a:srgbClr val="F2F2F2"/>
                </a:solidFill>
                <a:latin typeface="Arial"/>
                <a:ea typeface="Arial"/>
                <a:cs typeface="Arial"/>
              </a:defRPr>
            </a:lvl1pPr>
            <a:lvl2pPr algn="l">
              <a:defRPr sz="3300" b="0">
                <a:solidFill>
                  <a:srgbClr val="F2F2F2"/>
                </a:solidFill>
                <a:latin typeface="Arial"/>
                <a:ea typeface="Arial"/>
                <a:cs typeface="Arial"/>
              </a:defRPr>
            </a:lvl2pPr>
            <a:lvl3pPr algn="l">
              <a:defRPr sz="3300" b="0">
                <a:solidFill>
                  <a:srgbClr val="F2F2F2"/>
                </a:solidFill>
                <a:latin typeface="Arial"/>
                <a:ea typeface="Arial"/>
                <a:cs typeface="Arial"/>
              </a:defRPr>
            </a:lvl3pPr>
            <a:lvl4pPr algn="l">
              <a:defRPr sz="3300" b="0">
                <a:solidFill>
                  <a:srgbClr val="F2F2F2"/>
                </a:solidFill>
                <a:latin typeface="Arial"/>
                <a:ea typeface="Arial"/>
                <a:cs typeface="Arial"/>
              </a:defRPr>
            </a:lvl4pPr>
            <a:lvl5pPr algn="l">
              <a:defRPr sz="3300" b="0">
                <a:solidFill>
                  <a:srgbClr val="F2F2F2"/>
                </a:solidFill>
                <a:latin typeface="Arial"/>
                <a:ea typeface="Arial"/>
                <a:cs typeface="Arial"/>
              </a:defRPr>
            </a:lvl5pPr>
            <a:lvl6pPr algn="l">
              <a:defRPr sz="3300" b="0">
                <a:solidFill>
                  <a:srgbClr val="F2F2F2"/>
                </a:solidFill>
                <a:latin typeface="Arial"/>
                <a:ea typeface="Arial"/>
                <a:cs typeface="Arial"/>
              </a:defRPr>
            </a:lvl6pPr>
            <a:lvl7pPr algn="l">
              <a:defRPr sz="3300" b="0">
                <a:solidFill>
                  <a:srgbClr val="F2F2F2"/>
                </a:solidFill>
                <a:latin typeface="Arial"/>
                <a:ea typeface="Arial"/>
                <a:cs typeface="Arial"/>
              </a:defRPr>
            </a:lvl7pPr>
            <a:lvl8pPr algn="l">
              <a:defRPr sz="3300" b="0">
                <a:solidFill>
                  <a:srgbClr val="F2F2F2"/>
                </a:solidFill>
                <a:latin typeface="Arial"/>
                <a:ea typeface="Arial"/>
                <a:cs typeface="Arial"/>
              </a:defRPr>
            </a:lvl8pPr>
            <a:lvl9pPr algn="l">
              <a:defRPr sz="3300" b="0">
                <a:solidFill>
                  <a:srgbClr val="F2F2F2"/>
                </a:solidFill>
                <a:latin typeface="Arial"/>
                <a:ea typeface="Arial"/>
                <a:cs typeface="Arial"/>
              </a:defRPr>
            </a:lvl9pPr>
          </a:lstStyle>
          <a:p xmlns:a="http://schemas.openxmlformats.org/drawingml/2006/main">
            <a:pPr algn="l">
              <a:lnSpc>
                <a:spcPct val="118000"/>
              </a:lnSpc>
              <a:buNone/>
              <a:defRPr sz="3300" b="0">
                <a:solidFill>
                  <a:srgbClr val="F2F2F2"/>
                </a:solidFill>
                <a:latin typeface="Arial"/>
                <a:ea typeface="Arial"/>
                <a:cs typeface="Arial"/>
              </a:defRPr>
            </a:pPr>
            <a:r>
              <a:rPr sz="3300" b="0">
                <a:solidFill>
                  <a:srgbClr val="F2F2F2"/>
                </a:solidFill>
                <a:latin typeface="Arial"/>
                <a:ea typeface="Arial"/>
                <a:cs typeface="Arial"/>
              </a:rPr>
              <a:t>Project abstract</a:t>
            </a:r>
          </a:p>
        </p:txBody>
      </p:sp>
      <p:sp>
        <p:nvSpPr>
          <p:cNvPr id="2" name="main-statement">
            <a:extLst xmlns:a="http://schemas.openxmlformats.org/drawingml/2006/main">
              <a:ext uri="{FF2B5EF4-FFF2-40B4-BE49-F238E27FC236}">
                <a16:creationId xmlns:a16="http://schemas.microsoft.com/office/drawing/2014/main" id="{D6D87C01-C5CF-44C8-888F-3DAD667C6B4A}"/>
              </a:ext>
            </a:extLst>
          </p:cNvPr>
          <p:cNvSpPr>
            <a:spLocks xmlns:a="http://schemas.openxmlformats.org/drawingml/2006/main" noGrp="1"/>
          </p:cNvSpPr>
          <p:nvPr/>
        </p:nvSpPr>
        <p:spPr>
          <a:xfrm xmlns:a="http://schemas.openxmlformats.org/drawingml/2006/main">
            <a:off x="628650" y="1714500"/>
            <a:ext cx="1047750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925" b="0">
                <a:solidFill>
                  <a:srgbClr val="F2F2F2"/>
                </a:solidFill>
                <a:latin typeface="Arial"/>
                <a:ea typeface="Arial"/>
                <a:cs typeface="Arial"/>
              </a:defRPr>
            </a:defPPr>
            <a:lvl1pPr algn="l">
              <a:defRPr sz="2925" b="0">
                <a:solidFill>
                  <a:srgbClr val="F2F2F2"/>
                </a:solidFill>
                <a:latin typeface="Arial"/>
                <a:ea typeface="Arial"/>
                <a:cs typeface="Arial"/>
              </a:defRPr>
            </a:lvl1pPr>
            <a:lvl2pPr algn="l">
              <a:defRPr sz="2925" b="0">
                <a:solidFill>
                  <a:srgbClr val="F2F2F2"/>
                </a:solidFill>
                <a:latin typeface="Arial"/>
                <a:ea typeface="Arial"/>
                <a:cs typeface="Arial"/>
              </a:defRPr>
            </a:lvl2pPr>
            <a:lvl3pPr algn="l">
              <a:defRPr sz="2925" b="0">
                <a:solidFill>
                  <a:srgbClr val="F2F2F2"/>
                </a:solidFill>
                <a:latin typeface="Arial"/>
                <a:ea typeface="Arial"/>
                <a:cs typeface="Arial"/>
              </a:defRPr>
            </a:lvl3pPr>
            <a:lvl4pPr algn="l">
              <a:defRPr sz="2925" b="0">
                <a:solidFill>
                  <a:srgbClr val="F2F2F2"/>
                </a:solidFill>
                <a:latin typeface="Arial"/>
                <a:ea typeface="Arial"/>
                <a:cs typeface="Arial"/>
              </a:defRPr>
            </a:lvl4pPr>
            <a:lvl5pPr algn="l">
              <a:defRPr sz="2925" b="0">
                <a:solidFill>
                  <a:srgbClr val="F2F2F2"/>
                </a:solidFill>
                <a:latin typeface="Arial"/>
                <a:ea typeface="Arial"/>
                <a:cs typeface="Arial"/>
              </a:defRPr>
            </a:lvl5pPr>
            <a:lvl6pPr algn="l">
              <a:defRPr sz="2925" b="0">
                <a:solidFill>
                  <a:srgbClr val="F2F2F2"/>
                </a:solidFill>
                <a:latin typeface="Arial"/>
                <a:ea typeface="Arial"/>
                <a:cs typeface="Arial"/>
              </a:defRPr>
            </a:lvl6pPr>
            <a:lvl7pPr algn="l">
              <a:defRPr sz="2925" b="0">
                <a:solidFill>
                  <a:srgbClr val="F2F2F2"/>
                </a:solidFill>
                <a:latin typeface="Arial"/>
                <a:ea typeface="Arial"/>
                <a:cs typeface="Arial"/>
              </a:defRPr>
            </a:lvl7pPr>
            <a:lvl8pPr algn="l">
              <a:defRPr sz="2925" b="0">
                <a:solidFill>
                  <a:srgbClr val="F2F2F2"/>
                </a:solidFill>
                <a:latin typeface="Arial"/>
                <a:ea typeface="Arial"/>
                <a:cs typeface="Arial"/>
              </a:defRPr>
            </a:lvl8pPr>
            <a:lvl9pPr algn="l">
              <a:defRPr sz="2925" b="0">
                <a:solidFill>
                  <a:srgbClr val="F2F2F2"/>
                </a:solidFill>
                <a:latin typeface="Arial"/>
                <a:ea typeface="Arial"/>
                <a:cs typeface="Arial"/>
              </a:defRPr>
            </a:lvl9pPr>
          </a:lstStyle>
          <a:p xmlns:a="http://schemas.openxmlformats.org/drawingml/2006/main">
            <a:pPr algn="l">
              <a:lnSpc>
                <a:spcPct val="118000"/>
              </a:lnSpc>
              <a:buNone/>
              <a:defRPr sz="2925" b="0">
                <a:solidFill>
                  <a:srgbClr val="F2F2F2"/>
                </a:solidFill>
                <a:latin typeface="Arial"/>
                <a:ea typeface="Arial"/>
                <a:cs typeface="Arial"/>
              </a:defRPr>
            </a:pPr>
            <a:r>
              <a:rPr sz="2925" b="0">
                <a:solidFill>
                  <a:srgbClr val="F2F2F2"/>
                </a:solidFill>
                <a:latin typeface="Arial"/>
                <a:ea typeface="Arial"/>
                <a:cs typeface="Arial"/>
              </a:rPr>
              <a:t>AutoHealOps helps people understand a service problem and review a controlled response.</a:t>
            </a:r>
          </a:p>
        </p:txBody>
      </p:sp>
      <p:sp>
        <p:nvSpPr>
          <p:cNvPr id="3" name="explanation">
            <a:extLst xmlns:a="http://schemas.openxmlformats.org/drawingml/2006/main">
              <a:ext uri="{FF2B5EF4-FFF2-40B4-BE49-F238E27FC236}">
                <a16:creationId xmlns:a16="http://schemas.microsoft.com/office/drawing/2014/main" id="{003C48D8-1EF6-41E5-80AB-39142F4E370B}"/>
              </a:ext>
            </a:extLst>
          </p:cNvPr>
          <p:cNvSpPr>
            <a:spLocks xmlns:a="http://schemas.openxmlformats.org/drawingml/2006/main" noGrp="1"/>
          </p:cNvSpPr>
          <p:nvPr/>
        </p:nvSpPr>
        <p:spPr>
          <a:xfrm xmlns:a="http://schemas.openxmlformats.org/drawingml/2006/main">
            <a:off x="638175" y="3467100"/>
            <a:ext cx="10334625"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B9BDC2"/>
                </a:solidFill>
                <a:latin typeface="Arial"/>
                <a:ea typeface="Arial"/>
                <a:cs typeface="Arial"/>
              </a:defRPr>
            </a:defPPr>
            <a:lvl1pPr algn="l">
              <a:defRPr sz="2025" b="0">
                <a:solidFill>
                  <a:srgbClr val="B9BDC2"/>
                </a:solidFill>
                <a:latin typeface="Arial"/>
                <a:ea typeface="Arial"/>
                <a:cs typeface="Arial"/>
              </a:defRPr>
            </a:lvl1pPr>
            <a:lvl2pPr algn="l">
              <a:defRPr sz="2025" b="0">
                <a:solidFill>
                  <a:srgbClr val="B9BDC2"/>
                </a:solidFill>
                <a:latin typeface="Arial"/>
                <a:ea typeface="Arial"/>
                <a:cs typeface="Arial"/>
              </a:defRPr>
            </a:lvl2pPr>
            <a:lvl3pPr algn="l">
              <a:defRPr sz="2025" b="0">
                <a:solidFill>
                  <a:srgbClr val="B9BDC2"/>
                </a:solidFill>
                <a:latin typeface="Arial"/>
                <a:ea typeface="Arial"/>
                <a:cs typeface="Arial"/>
              </a:defRPr>
            </a:lvl3pPr>
            <a:lvl4pPr algn="l">
              <a:defRPr sz="2025" b="0">
                <a:solidFill>
                  <a:srgbClr val="B9BDC2"/>
                </a:solidFill>
                <a:latin typeface="Arial"/>
                <a:ea typeface="Arial"/>
                <a:cs typeface="Arial"/>
              </a:defRPr>
            </a:lvl4pPr>
            <a:lvl5pPr algn="l">
              <a:defRPr sz="2025" b="0">
                <a:solidFill>
                  <a:srgbClr val="B9BDC2"/>
                </a:solidFill>
                <a:latin typeface="Arial"/>
                <a:ea typeface="Arial"/>
                <a:cs typeface="Arial"/>
              </a:defRPr>
            </a:lvl5pPr>
            <a:lvl6pPr algn="l">
              <a:defRPr sz="2025" b="0">
                <a:solidFill>
                  <a:srgbClr val="B9BDC2"/>
                </a:solidFill>
                <a:latin typeface="Arial"/>
                <a:ea typeface="Arial"/>
                <a:cs typeface="Arial"/>
              </a:defRPr>
            </a:lvl6pPr>
            <a:lvl7pPr algn="l">
              <a:defRPr sz="2025" b="0">
                <a:solidFill>
                  <a:srgbClr val="B9BDC2"/>
                </a:solidFill>
                <a:latin typeface="Arial"/>
                <a:ea typeface="Arial"/>
                <a:cs typeface="Arial"/>
              </a:defRPr>
            </a:lvl7pPr>
            <a:lvl8pPr algn="l">
              <a:defRPr sz="2025" b="0">
                <a:solidFill>
                  <a:srgbClr val="B9BDC2"/>
                </a:solidFill>
                <a:latin typeface="Arial"/>
                <a:ea typeface="Arial"/>
                <a:cs typeface="Arial"/>
              </a:defRPr>
            </a:lvl8pPr>
            <a:lvl9pPr algn="l">
              <a:defRPr sz="2025" b="0">
                <a:solidFill>
                  <a:srgbClr val="B9BDC2"/>
                </a:solidFill>
                <a:latin typeface="Arial"/>
                <a:ea typeface="Arial"/>
                <a:cs typeface="Arial"/>
              </a:defRPr>
            </a:lvl9pPr>
          </a:lstStyle>
          <a:p xmlns:a="http://schemas.openxmlformats.org/drawingml/2006/main">
            <a:pPr algn="l">
              <a:lnSpc>
                <a:spcPct val="118000"/>
              </a:lnSpc>
              <a:buNone/>
              <a:defRPr sz="2025" b="0">
                <a:solidFill>
                  <a:srgbClr val="B9BDC2"/>
                </a:solidFill>
                <a:latin typeface="Arial"/>
                <a:ea typeface="Arial"/>
                <a:cs typeface="Arial"/>
              </a:defRPr>
            </a:pPr>
            <a:r>
              <a:rPr sz="2025" b="0">
                <a:solidFill>
                  <a:srgbClr val="B9BDC2"/>
                </a:solidFill>
                <a:latin typeface="Arial"/>
                <a:ea typeface="Arial"/>
                <a:cs typeface="Arial"/>
              </a:rPr>
              <a:t>It collects health measurements, flags unusual behavior, explains the evidence and records recovery decisions. A dashboard brings those steps together.</a:t>
            </a:r>
          </a:p>
          <a:p xmlns:a="http://schemas.openxmlformats.org/drawingml/2006/main">
            <a:r>
              <a:t/>
            </a:r>
          </a:p>
          <a:p xmlns:a="http://schemas.openxmlformats.org/drawingml/2006/main">
            <a:pPr algn="l">
              <a:lnSpc>
                <a:spcPct val="118000"/>
              </a:lnSpc>
              <a:buNone/>
              <a:defRPr sz="2025" b="0">
                <a:solidFill>
                  <a:srgbClr val="B9BDC2"/>
                </a:solidFill>
                <a:latin typeface="Arial"/>
                <a:ea typeface="Arial"/>
                <a:cs typeface="Arial"/>
              </a:defRPr>
            </a:pPr>
            <a:r>
              <a:rPr sz="2025" b="0">
                <a:solidFill>
                  <a:srgbClr val="B9BDC2"/>
                </a:solidFill>
                <a:latin typeface="Arial"/>
                <a:ea typeface="Arial"/>
                <a:cs typeface="Arial"/>
              </a:rPr>
              <a:t>The public demo simulates the workflow. Local setup adds the API, persistent records and an optional trained detector.</a:t>
            </a:r>
          </a:p>
        </p:txBody>
      </p:sp>
      <p:sp>
        <p:nvSpPr>
          <p:cNvPr id="4" name="page-number">
            <a:extLst xmlns:a="http://schemas.openxmlformats.org/drawingml/2006/main">
              <a:ext uri="{FF2B5EF4-FFF2-40B4-BE49-F238E27FC236}">
                <a16:creationId xmlns:a16="http://schemas.microsoft.com/office/drawing/2014/main" id="{FC438AE9-BB49-4419-A383-1CCAD35A66FE}"/>
              </a:ext>
            </a:extLst>
          </p:cNvPr>
          <p:cNvSpPr>
            <a:spLocks xmlns:a="http://schemas.openxmlformats.org/drawingml/2006/main" noGrp="1"/>
          </p:cNvSpPr>
          <p:nvPr/>
        </p:nvSpPr>
        <p:spPr>
          <a:xfrm xmlns:a="http://schemas.openxmlformats.org/drawingml/2006/main">
            <a:off x="10763250" y="6457950"/>
            <a:ext cx="857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0">
                <a:solidFill>
                  <a:srgbClr val="9C9FA4"/>
                </a:solidFill>
                <a:latin typeface="Arial"/>
                <a:ea typeface="Arial"/>
                <a:cs typeface="Arial"/>
              </a:defRPr>
            </a:defPPr>
            <a:lvl1pPr algn="l">
              <a:defRPr sz="1050" b="0">
                <a:solidFill>
                  <a:srgbClr val="9C9FA4"/>
                </a:solidFill>
                <a:latin typeface="Arial"/>
                <a:ea typeface="Arial"/>
                <a:cs typeface="Arial"/>
              </a:defRPr>
            </a:lvl1pPr>
            <a:lvl2pPr algn="l">
              <a:defRPr sz="1050" b="0">
                <a:solidFill>
                  <a:srgbClr val="9C9FA4"/>
                </a:solidFill>
                <a:latin typeface="Arial"/>
                <a:ea typeface="Arial"/>
                <a:cs typeface="Arial"/>
              </a:defRPr>
            </a:lvl2pPr>
            <a:lvl3pPr algn="l">
              <a:defRPr sz="1050" b="0">
                <a:solidFill>
                  <a:srgbClr val="9C9FA4"/>
                </a:solidFill>
                <a:latin typeface="Arial"/>
                <a:ea typeface="Arial"/>
                <a:cs typeface="Arial"/>
              </a:defRPr>
            </a:lvl3pPr>
            <a:lvl4pPr algn="l">
              <a:defRPr sz="1050" b="0">
                <a:solidFill>
                  <a:srgbClr val="9C9FA4"/>
                </a:solidFill>
                <a:latin typeface="Arial"/>
                <a:ea typeface="Arial"/>
                <a:cs typeface="Arial"/>
              </a:defRPr>
            </a:lvl4pPr>
            <a:lvl5pPr algn="l">
              <a:defRPr sz="1050" b="0">
                <a:solidFill>
                  <a:srgbClr val="9C9FA4"/>
                </a:solidFill>
                <a:latin typeface="Arial"/>
                <a:ea typeface="Arial"/>
                <a:cs typeface="Arial"/>
              </a:defRPr>
            </a:lvl5pPr>
            <a:lvl6pPr algn="l">
              <a:defRPr sz="1050" b="0">
                <a:solidFill>
                  <a:srgbClr val="9C9FA4"/>
                </a:solidFill>
                <a:latin typeface="Arial"/>
                <a:ea typeface="Arial"/>
                <a:cs typeface="Arial"/>
              </a:defRPr>
            </a:lvl6pPr>
            <a:lvl7pPr algn="l">
              <a:defRPr sz="1050" b="0">
                <a:solidFill>
                  <a:srgbClr val="9C9FA4"/>
                </a:solidFill>
                <a:latin typeface="Arial"/>
                <a:ea typeface="Arial"/>
                <a:cs typeface="Arial"/>
              </a:defRPr>
            </a:lvl7pPr>
            <a:lvl8pPr algn="l">
              <a:defRPr sz="1050" b="0">
                <a:solidFill>
                  <a:srgbClr val="9C9FA4"/>
                </a:solidFill>
                <a:latin typeface="Arial"/>
                <a:ea typeface="Arial"/>
                <a:cs typeface="Arial"/>
              </a:defRPr>
            </a:lvl8pPr>
            <a:lvl9pPr algn="l">
              <a:defRPr sz="1050" b="0">
                <a:solidFill>
                  <a:srgbClr val="9C9FA4"/>
                </a:solidFill>
                <a:latin typeface="Arial"/>
                <a:ea typeface="Arial"/>
                <a:cs typeface="Arial"/>
              </a:defRPr>
            </a:lvl9pPr>
          </a:lstStyle>
          <a:p xmlns:a="http://schemas.openxmlformats.org/drawingml/2006/main">
            <a:pPr algn="l">
              <a:lnSpc>
                <a:spcPct val="118000"/>
              </a:lnSpc>
              <a:buNone/>
              <a:defRPr sz="1050" b="0">
                <a:solidFill>
                  <a:srgbClr val="9C9FA4"/>
                </a:solidFill>
                <a:latin typeface="Arial"/>
                <a:ea typeface="Arial"/>
                <a:cs typeface="Arial"/>
              </a:defRPr>
            </a:pPr>
            <a:r>
              <a:rPr sz="1050" b="0">
                <a:solidFill>
                  <a:srgbClr val="9C9FA4"/>
                </a:solidFill>
                <a:latin typeface="Arial"/>
                <a:ea typeface="Arial"/>
                <a:cs typeface="Arial"/>
              </a:rPr>
              <a:t>02 / 20</a:t>
            </a:r>
          </a:p>
        </p:txBody>
      </p:sp>
    </p:spTree>
    <p:extLst>
      <p:ext uri="{BB962C8B-B14F-4D97-AF65-F5344CB8AC3E}">
        <p14:creationId xmlns:p14="http://schemas.microsoft.com/office/powerpoint/2010/main" val="628869390"/>
      </p:ext>
    </p:extLst>
  </p:cSld>
</p:sld>
</file>

<file path=ppt/slides/slide3.xml><?xml version="1.0" encoding="utf-8"?>
<p:sld xmlns:p="http://schemas.openxmlformats.org/presentationml/2006/main">
  <p:cSld>
    <p:bg>
      <p:bgPr>
        <a:solidFill xmlns:a="http://schemas.openxmlformats.org/drawingml/2006/main">
          <a:srgbClr val="080808"/>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FC6D4CA2-15F4-4D02-B705-853ECA28EA6A}"/>
              </a:ext>
            </a:extLst>
          </p:cNvPr>
          <p:cNvSpPr>
            <a:spLocks xmlns:a="http://schemas.openxmlformats.org/drawingml/2006/main" noGrp="1"/>
          </p:cNvSpPr>
          <p:nvPr/>
        </p:nvSpPr>
        <p:spPr>
          <a:xfrm xmlns:a="http://schemas.openxmlformats.org/drawingml/2006/main">
            <a:off x="609600" y="466725"/>
            <a:ext cx="10858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0">
                <a:solidFill>
                  <a:srgbClr val="F2F2F2"/>
                </a:solidFill>
                <a:latin typeface="Arial"/>
                <a:ea typeface="Arial"/>
                <a:cs typeface="Arial"/>
              </a:defRPr>
            </a:defPPr>
            <a:lvl1pPr algn="l">
              <a:defRPr sz="3300" b="0">
                <a:solidFill>
                  <a:srgbClr val="F2F2F2"/>
                </a:solidFill>
                <a:latin typeface="Arial"/>
                <a:ea typeface="Arial"/>
                <a:cs typeface="Arial"/>
              </a:defRPr>
            </a:lvl1pPr>
            <a:lvl2pPr algn="l">
              <a:defRPr sz="3300" b="0">
                <a:solidFill>
                  <a:srgbClr val="F2F2F2"/>
                </a:solidFill>
                <a:latin typeface="Arial"/>
                <a:ea typeface="Arial"/>
                <a:cs typeface="Arial"/>
              </a:defRPr>
            </a:lvl2pPr>
            <a:lvl3pPr algn="l">
              <a:defRPr sz="3300" b="0">
                <a:solidFill>
                  <a:srgbClr val="F2F2F2"/>
                </a:solidFill>
                <a:latin typeface="Arial"/>
                <a:ea typeface="Arial"/>
                <a:cs typeface="Arial"/>
              </a:defRPr>
            </a:lvl3pPr>
            <a:lvl4pPr algn="l">
              <a:defRPr sz="3300" b="0">
                <a:solidFill>
                  <a:srgbClr val="F2F2F2"/>
                </a:solidFill>
                <a:latin typeface="Arial"/>
                <a:ea typeface="Arial"/>
                <a:cs typeface="Arial"/>
              </a:defRPr>
            </a:lvl4pPr>
            <a:lvl5pPr algn="l">
              <a:defRPr sz="3300" b="0">
                <a:solidFill>
                  <a:srgbClr val="F2F2F2"/>
                </a:solidFill>
                <a:latin typeface="Arial"/>
                <a:ea typeface="Arial"/>
                <a:cs typeface="Arial"/>
              </a:defRPr>
            </a:lvl5pPr>
            <a:lvl6pPr algn="l">
              <a:defRPr sz="3300" b="0">
                <a:solidFill>
                  <a:srgbClr val="F2F2F2"/>
                </a:solidFill>
                <a:latin typeface="Arial"/>
                <a:ea typeface="Arial"/>
                <a:cs typeface="Arial"/>
              </a:defRPr>
            </a:lvl6pPr>
            <a:lvl7pPr algn="l">
              <a:defRPr sz="3300" b="0">
                <a:solidFill>
                  <a:srgbClr val="F2F2F2"/>
                </a:solidFill>
                <a:latin typeface="Arial"/>
                <a:ea typeface="Arial"/>
                <a:cs typeface="Arial"/>
              </a:defRPr>
            </a:lvl7pPr>
            <a:lvl8pPr algn="l">
              <a:defRPr sz="3300" b="0">
                <a:solidFill>
                  <a:srgbClr val="F2F2F2"/>
                </a:solidFill>
                <a:latin typeface="Arial"/>
                <a:ea typeface="Arial"/>
                <a:cs typeface="Arial"/>
              </a:defRPr>
            </a:lvl8pPr>
            <a:lvl9pPr algn="l">
              <a:defRPr sz="3300" b="0">
                <a:solidFill>
                  <a:srgbClr val="F2F2F2"/>
                </a:solidFill>
                <a:latin typeface="Arial"/>
                <a:ea typeface="Arial"/>
                <a:cs typeface="Arial"/>
              </a:defRPr>
            </a:lvl9pPr>
          </a:lstStyle>
          <a:p xmlns:a="http://schemas.openxmlformats.org/drawingml/2006/main">
            <a:pPr algn="l">
              <a:lnSpc>
                <a:spcPct val="118000"/>
              </a:lnSpc>
              <a:buNone/>
              <a:defRPr sz="3300" b="0">
                <a:solidFill>
                  <a:srgbClr val="F2F2F2"/>
                </a:solidFill>
                <a:latin typeface="Arial"/>
                <a:ea typeface="Arial"/>
                <a:cs typeface="Arial"/>
              </a:defRPr>
            </a:pPr>
            <a:r>
              <a:rPr sz="3300" b="0">
                <a:solidFill>
                  <a:srgbClr val="F2F2F2"/>
                </a:solidFill>
                <a:latin typeface="Arial"/>
                <a:ea typeface="Arial"/>
                <a:cs typeface="Arial"/>
              </a:rPr>
              <a:t>Why service problems matter</a:t>
            </a:r>
          </a:p>
        </p:txBody>
      </p:sp>
      <p:sp>
        <p:nvSpPr>
          <p:cNvPr id="2" name="row-label-0">
            <a:extLst xmlns:a="http://schemas.openxmlformats.org/drawingml/2006/main">
              <a:ext uri="{FF2B5EF4-FFF2-40B4-BE49-F238E27FC236}">
                <a16:creationId xmlns:a16="http://schemas.microsoft.com/office/drawing/2014/main" id="{9D6513AD-61F0-4E80-9185-06A23491E899}"/>
              </a:ext>
            </a:extLst>
          </p:cNvPr>
          <p:cNvSpPr>
            <a:spLocks xmlns:a="http://schemas.openxmlformats.org/drawingml/2006/main" noGrp="1"/>
          </p:cNvSpPr>
          <p:nvPr/>
        </p:nvSpPr>
        <p:spPr>
          <a:xfrm xmlns:a="http://schemas.openxmlformats.org/drawingml/2006/main">
            <a:off x="628650" y="1743075"/>
            <a:ext cx="304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F2F2F2"/>
                </a:solidFill>
                <a:latin typeface="Arial"/>
                <a:ea typeface="Arial"/>
                <a:cs typeface="Arial"/>
              </a:defRPr>
            </a:defPPr>
            <a:lvl1pPr algn="l">
              <a:defRPr sz="1950" b="0">
                <a:solidFill>
                  <a:srgbClr val="F2F2F2"/>
                </a:solidFill>
                <a:latin typeface="Arial"/>
                <a:ea typeface="Arial"/>
                <a:cs typeface="Arial"/>
              </a:defRPr>
            </a:lvl1pPr>
            <a:lvl2pPr algn="l">
              <a:defRPr sz="1950" b="0">
                <a:solidFill>
                  <a:srgbClr val="F2F2F2"/>
                </a:solidFill>
                <a:latin typeface="Arial"/>
                <a:ea typeface="Arial"/>
                <a:cs typeface="Arial"/>
              </a:defRPr>
            </a:lvl2pPr>
            <a:lvl3pPr algn="l">
              <a:defRPr sz="1950" b="0">
                <a:solidFill>
                  <a:srgbClr val="F2F2F2"/>
                </a:solidFill>
                <a:latin typeface="Arial"/>
                <a:ea typeface="Arial"/>
                <a:cs typeface="Arial"/>
              </a:defRPr>
            </a:lvl3pPr>
            <a:lvl4pPr algn="l">
              <a:defRPr sz="1950" b="0">
                <a:solidFill>
                  <a:srgbClr val="F2F2F2"/>
                </a:solidFill>
                <a:latin typeface="Arial"/>
                <a:ea typeface="Arial"/>
                <a:cs typeface="Arial"/>
              </a:defRPr>
            </a:lvl4pPr>
            <a:lvl5pPr algn="l">
              <a:defRPr sz="1950" b="0">
                <a:solidFill>
                  <a:srgbClr val="F2F2F2"/>
                </a:solidFill>
                <a:latin typeface="Arial"/>
                <a:ea typeface="Arial"/>
                <a:cs typeface="Arial"/>
              </a:defRPr>
            </a:lvl5pPr>
            <a:lvl6pPr algn="l">
              <a:defRPr sz="1950" b="0">
                <a:solidFill>
                  <a:srgbClr val="F2F2F2"/>
                </a:solidFill>
                <a:latin typeface="Arial"/>
                <a:ea typeface="Arial"/>
                <a:cs typeface="Arial"/>
              </a:defRPr>
            </a:lvl6pPr>
            <a:lvl7pPr algn="l">
              <a:defRPr sz="1950" b="0">
                <a:solidFill>
                  <a:srgbClr val="F2F2F2"/>
                </a:solidFill>
                <a:latin typeface="Arial"/>
                <a:ea typeface="Arial"/>
                <a:cs typeface="Arial"/>
              </a:defRPr>
            </a:lvl7pPr>
            <a:lvl8pPr algn="l">
              <a:defRPr sz="1950" b="0">
                <a:solidFill>
                  <a:srgbClr val="F2F2F2"/>
                </a:solidFill>
                <a:latin typeface="Arial"/>
                <a:ea typeface="Arial"/>
                <a:cs typeface="Arial"/>
              </a:defRPr>
            </a:lvl8pPr>
            <a:lvl9pPr algn="l">
              <a:defRPr sz="1950" b="0">
                <a:solidFill>
                  <a:srgbClr val="F2F2F2"/>
                </a:solidFill>
                <a:latin typeface="Arial"/>
                <a:ea typeface="Arial"/>
                <a:cs typeface="Arial"/>
              </a:defRPr>
            </a:lvl9pPr>
          </a:lstStyle>
          <a:p xmlns:a="http://schemas.openxmlformats.org/drawingml/2006/main">
            <a:pPr algn="l">
              <a:lnSpc>
                <a:spcPct val="118000"/>
              </a:lnSpc>
              <a:buNone/>
              <a:defRPr sz="1950" b="0">
                <a:solidFill>
                  <a:srgbClr val="F2F2F2"/>
                </a:solidFill>
                <a:latin typeface="Arial"/>
                <a:ea typeface="Arial"/>
                <a:cs typeface="Arial"/>
              </a:defRPr>
            </a:pPr>
            <a:r>
              <a:rPr sz="1950" b="0">
                <a:solidFill>
                  <a:srgbClr val="F2F2F2"/>
                </a:solidFill>
                <a:latin typeface="Arial"/>
                <a:ea typeface="Arial"/>
                <a:cs typeface="Arial"/>
              </a:rPr>
              <a:t>A slow checkout</a:t>
            </a:r>
          </a:p>
        </p:txBody>
      </p:sp>
      <p:sp>
        <p:nvSpPr>
          <p:cNvPr id="3" name="row-description-0">
            <a:extLst xmlns:a="http://schemas.openxmlformats.org/drawingml/2006/main">
              <a:ext uri="{FF2B5EF4-FFF2-40B4-BE49-F238E27FC236}">
                <a16:creationId xmlns:a16="http://schemas.microsoft.com/office/drawing/2014/main" id="{2033F67C-6B66-49A9-B1FE-E03434577CEA}"/>
              </a:ext>
            </a:extLst>
          </p:cNvPr>
          <p:cNvSpPr>
            <a:spLocks xmlns:a="http://schemas.openxmlformats.org/drawingml/2006/main" noGrp="1"/>
          </p:cNvSpPr>
          <p:nvPr/>
        </p:nvSpPr>
        <p:spPr>
          <a:xfrm xmlns:a="http://schemas.openxmlformats.org/drawingml/2006/main">
            <a:off x="4095750" y="1743075"/>
            <a:ext cx="723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A customer waits because the application is busy or unhealthy.</a:t>
            </a:r>
          </a:p>
        </p:txBody>
      </p:sp>
      <p:sp>
        <p:nvSpPr>
          <p:cNvPr id="4" name="row-label-1">
            <a:extLst xmlns:a="http://schemas.openxmlformats.org/drawingml/2006/main">
              <a:ext uri="{FF2B5EF4-FFF2-40B4-BE49-F238E27FC236}">
                <a16:creationId xmlns:a16="http://schemas.microsoft.com/office/drawing/2014/main" id="{C356F2F5-87EF-4666-8DAA-60BBAFD3F5F8}"/>
              </a:ext>
            </a:extLst>
          </p:cNvPr>
          <p:cNvSpPr>
            <a:spLocks xmlns:a="http://schemas.openxmlformats.org/drawingml/2006/main" noGrp="1"/>
          </p:cNvSpPr>
          <p:nvPr/>
        </p:nvSpPr>
        <p:spPr>
          <a:xfrm xmlns:a="http://schemas.openxmlformats.org/drawingml/2006/main">
            <a:off x="628650" y="3048000"/>
            <a:ext cx="304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F2F2F2"/>
                </a:solidFill>
                <a:latin typeface="Arial"/>
                <a:ea typeface="Arial"/>
                <a:cs typeface="Arial"/>
              </a:defRPr>
            </a:defPPr>
            <a:lvl1pPr algn="l">
              <a:defRPr sz="1950" b="0">
                <a:solidFill>
                  <a:srgbClr val="F2F2F2"/>
                </a:solidFill>
                <a:latin typeface="Arial"/>
                <a:ea typeface="Arial"/>
                <a:cs typeface="Arial"/>
              </a:defRPr>
            </a:lvl1pPr>
            <a:lvl2pPr algn="l">
              <a:defRPr sz="1950" b="0">
                <a:solidFill>
                  <a:srgbClr val="F2F2F2"/>
                </a:solidFill>
                <a:latin typeface="Arial"/>
                <a:ea typeface="Arial"/>
                <a:cs typeface="Arial"/>
              </a:defRPr>
            </a:lvl2pPr>
            <a:lvl3pPr algn="l">
              <a:defRPr sz="1950" b="0">
                <a:solidFill>
                  <a:srgbClr val="F2F2F2"/>
                </a:solidFill>
                <a:latin typeface="Arial"/>
                <a:ea typeface="Arial"/>
                <a:cs typeface="Arial"/>
              </a:defRPr>
            </a:lvl3pPr>
            <a:lvl4pPr algn="l">
              <a:defRPr sz="1950" b="0">
                <a:solidFill>
                  <a:srgbClr val="F2F2F2"/>
                </a:solidFill>
                <a:latin typeface="Arial"/>
                <a:ea typeface="Arial"/>
                <a:cs typeface="Arial"/>
              </a:defRPr>
            </a:lvl4pPr>
            <a:lvl5pPr algn="l">
              <a:defRPr sz="1950" b="0">
                <a:solidFill>
                  <a:srgbClr val="F2F2F2"/>
                </a:solidFill>
                <a:latin typeface="Arial"/>
                <a:ea typeface="Arial"/>
                <a:cs typeface="Arial"/>
              </a:defRPr>
            </a:lvl5pPr>
            <a:lvl6pPr algn="l">
              <a:defRPr sz="1950" b="0">
                <a:solidFill>
                  <a:srgbClr val="F2F2F2"/>
                </a:solidFill>
                <a:latin typeface="Arial"/>
                <a:ea typeface="Arial"/>
                <a:cs typeface="Arial"/>
              </a:defRPr>
            </a:lvl6pPr>
            <a:lvl7pPr algn="l">
              <a:defRPr sz="1950" b="0">
                <a:solidFill>
                  <a:srgbClr val="F2F2F2"/>
                </a:solidFill>
                <a:latin typeface="Arial"/>
                <a:ea typeface="Arial"/>
                <a:cs typeface="Arial"/>
              </a:defRPr>
            </a:lvl7pPr>
            <a:lvl8pPr algn="l">
              <a:defRPr sz="1950" b="0">
                <a:solidFill>
                  <a:srgbClr val="F2F2F2"/>
                </a:solidFill>
                <a:latin typeface="Arial"/>
                <a:ea typeface="Arial"/>
                <a:cs typeface="Arial"/>
              </a:defRPr>
            </a:lvl8pPr>
            <a:lvl9pPr algn="l">
              <a:defRPr sz="1950" b="0">
                <a:solidFill>
                  <a:srgbClr val="F2F2F2"/>
                </a:solidFill>
                <a:latin typeface="Arial"/>
                <a:ea typeface="Arial"/>
                <a:cs typeface="Arial"/>
              </a:defRPr>
            </a:lvl9pPr>
          </a:lstStyle>
          <a:p xmlns:a="http://schemas.openxmlformats.org/drawingml/2006/main">
            <a:pPr algn="l">
              <a:lnSpc>
                <a:spcPct val="118000"/>
              </a:lnSpc>
              <a:buNone/>
              <a:defRPr sz="1950" b="0">
                <a:solidFill>
                  <a:srgbClr val="F2F2F2"/>
                </a:solidFill>
                <a:latin typeface="Arial"/>
                <a:ea typeface="Arial"/>
                <a:cs typeface="Arial"/>
              </a:defRPr>
            </a:pPr>
            <a:r>
              <a:rPr sz="1950" b="0">
                <a:solidFill>
                  <a:srgbClr val="F2F2F2"/>
                </a:solidFill>
                <a:latin typeface="Arial"/>
                <a:ea typeface="Arial"/>
                <a:cs typeface="Arial"/>
              </a:rPr>
              <a:t>Scattered evidence</a:t>
            </a:r>
          </a:p>
        </p:txBody>
      </p:sp>
      <p:sp>
        <p:nvSpPr>
          <p:cNvPr id="5" name="row-description-1">
            <a:extLst xmlns:a="http://schemas.openxmlformats.org/drawingml/2006/main">
              <a:ext uri="{FF2B5EF4-FFF2-40B4-BE49-F238E27FC236}">
                <a16:creationId xmlns:a16="http://schemas.microsoft.com/office/drawing/2014/main" id="{A3EBD466-636B-4E92-B6D0-8A8AC09F3D66}"/>
              </a:ext>
            </a:extLst>
          </p:cNvPr>
          <p:cNvSpPr>
            <a:spLocks xmlns:a="http://schemas.openxmlformats.org/drawingml/2006/main" noGrp="1"/>
          </p:cNvSpPr>
          <p:nvPr/>
        </p:nvSpPr>
        <p:spPr>
          <a:xfrm xmlns:a="http://schemas.openxmlformats.org/drawingml/2006/main">
            <a:off x="4095750" y="3048000"/>
            <a:ext cx="723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One tool shows resource use while another records restarts or alerts.</a:t>
            </a:r>
          </a:p>
        </p:txBody>
      </p:sp>
      <p:sp>
        <p:nvSpPr>
          <p:cNvPr id="6" name="row-label-2">
            <a:extLst xmlns:a="http://schemas.openxmlformats.org/drawingml/2006/main">
              <a:ext uri="{FF2B5EF4-FFF2-40B4-BE49-F238E27FC236}">
                <a16:creationId xmlns:a16="http://schemas.microsoft.com/office/drawing/2014/main" id="{00FF7A7E-114A-4127-989D-1AD1A61AD3FA}"/>
              </a:ext>
            </a:extLst>
          </p:cNvPr>
          <p:cNvSpPr>
            <a:spLocks xmlns:a="http://schemas.openxmlformats.org/drawingml/2006/main" noGrp="1"/>
          </p:cNvSpPr>
          <p:nvPr/>
        </p:nvSpPr>
        <p:spPr>
          <a:xfrm xmlns:a="http://schemas.openxmlformats.org/drawingml/2006/main">
            <a:off x="628650" y="4352925"/>
            <a:ext cx="304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F2F2F2"/>
                </a:solidFill>
                <a:latin typeface="Arial"/>
                <a:ea typeface="Arial"/>
                <a:cs typeface="Arial"/>
              </a:defRPr>
            </a:defPPr>
            <a:lvl1pPr algn="l">
              <a:defRPr sz="1950" b="0">
                <a:solidFill>
                  <a:srgbClr val="F2F2F2"/>
                </a:solidFill>
                <a:latin typeface="Arial"/>
                <a:ea typeface="Arial"/>
                <a:cs typeface="Arial"/>
              </a:defRPr>
            </a:lvl1pPr>
            <a:lvl2pPr algn="l">
              <a:defRPr sz="1950" b="0">
                <a:solidFill>
                  <a:srgbClr val="F2F2F2"/>
                </a:solidFill>
                <a:latin typeface="Arial"/>
                <a:ea typeface="Arial"/>
                <a:cs typeface="Arial"/>
              </a:defRPr>
            </a:lvl2pPr>
            <a:lvl3pPr algn="l">
              <a:defRPr sz="1950" b="0">
                <a:solidFill>
                  <a:srgbClr val="F2F2F2"/>
                </a:solidFill>
                <a:latin typeface="Arial"/>
                <a:ea typeface="Arial"/>
                <a:cs typeface="Arial"/>
              </a:defRPr>
            </a:lvl3pPr>
            <a:lvl4pPr algn="l">
              <a:defRPr sz="1950" b="0">
                <a:solidFill>
                  <a:srgbClr val="F2F2F2"/>
                </a:solidFill>
                <a:latin typeface="Arial"/>
                <a:ea typeface="Arial"/>
                <a:cs typeface="Arial"/>
              </a:defRPr>
            </a:lvl4pPr>
            <a:lvl5pPr algn="l">
              <a:defRPr sz="1950" b="0">
                <a:solidFill>
                  <a:srgbClr val="F2F2F2"/>
                </a:solidFill>
                <a:latin typeface="Arial"/>
                <a:ea typeface="Arial"/>
                <a:cs typeface="Arial"/>
              </a:defRPr>
            </a:lvl5pPr>
            <a:lvl6pPr algn="l">
              <a:defRPr sz="1950" b="0">
                <a:solidFill>
                  <a:srgbClr val="F2F2F2"/>
                </a:solidFill>
                <a:latin typeface="Arial"/>
                <a:ea typeface="Arial"/>
                <a:cs typeface="Arial"/>
              </a:defRPr>
            </a:lvl6pPr>
            <a:lvl7pPr algn="l">
              <a:defRPr sz="1950" b="0">
                <a:solidFill>
                  <a:srgbClr val="F2F2F2"/>
                </a:solidFill>
                <a:latin typeface="Arial"/>
                <a:ea typeface="Arial"/>
                <a:cs typeface="Arial"/>
              </a:defRPr>
            </a:lvl7pPr>
            <a:lvl8pPr algn="l">
              <a:defRPr sz="1950" b="0">
                <a:solidFill>
                  <a:srgbClr val="F2F2F2"/>
                </a:solidFill>
                <a:latin typeface="Arial"/>
                <a:ea typeface="Arial"/>
                <a:cs typeface="Arial"/>
              </a:defRPr>
            </a:lvl8pPr>
            <a:lvl9pPr algn="l">
              <a:defRPr sz="1950" b="0">
                <a:solidFill>
                  <a:srgbClr val="F2F2F2"/>
                </a:solidFill>
                <a:latin typeface="Arial"/>
                <a:ea typeface="Arial"/>
                <a:cs typeface="Arial"/>
              </a:defRPr>
            </a:lvl9pPr>
          </a:lstStyle>
          <a:p xmlns:a="http://schemas.openxmlformats.org/drawingml/2006/main">
            <a:pPr algn="l">
              <a:lnSpc>
                <a:spcPct val="118000"/>
              </a:lnSpc>
              <a:buNone/>
              <a:defRPr sz="1950" b="0">
                <a:solidFill>
                  <a:srgbClr val="F2F2F2"/>
                </a:solidFill>
                <a:latin typeface="Arial"/>
                <a:ea typeface="Arial"/>
                <a:cs typeface="Arial"/>
              </a:defRPr>
            </a:pPr>
            <a:r>
              <a:rPr sz="1950" b="0">
                <a:solidFill>
                  <a:srgbClr val="F2F2F2"/>
                </a:solidFill>
                <a:latin typeface="Arial"/>
                <a:ea typeface="Arial"/>
                <a:cs typeface="Arial"/>
              </a:rPr>
              <a:t>Pressure on the operator</a:t>
            </a:r>
          </a:p>
        </p:txBody>
      </p:sp>
      <p:sp>
        <p:nvSpPr>
          <p:cNvPr id="7" name="row-description-2">
            <a:extLst xmlns:a="http://schemas.openxmlformats.org/drawingml/2006/main">
              <a:ext uri="{FF2B5EF4-FFF2-40B4-BE49-F238E27FC236}">
                <a16:creationId xmlns:a16="http://schemas.microsoft.com/office/drawing/2014/main" id="{01E37CDB-4C4F-4855-862D-B5D336A08DA3}"/>
              </a:ext>
            </a:extLst>
          </p:cNvPr>
          <p:cNvSpPr>
            <a:spLocks xmlns:a="http://schemas.openxmlformats.org/drawingml/2006/main" noGrp="1"/>
          </p:cNvSpPr>
          <p:nvPr/>
        </p:nvSpPr>
        <p:spPr>
          <a:xfrm xmlns:a="http://schemas.openxmlformats.org/drawingml/2006/main">
            <a:off x="4095750" y="4352925"/>
            <a:ext cx="723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Someone must identify a safe action and check what happened next.</a:t>
            </a:r>
          </a:p>
        </p:txBody>
      </p:sp>
      <p:sp>
        <p:nvSpPr>
          <p:cNvPr id="8" name="page-number">
            <a:extLst xmlns:a="http://schemas.openxmlformats.org/drawingml/2006/main">
              <a:ext uri="{FF2B5EF4-FFF2-40B4-BE49-F238E27FC236}">
                <a16:creationId xmlns:a16="http://schemas.microsoft.com/office/drawing/2014/main" id="{56173A0B-AB74-4F37-80FB-3B5C8FACBEFD}"/>
              </a:ext>
            </a:extLst>
          </p:cNvPr>
          <p:cNvSpPr>
            <a:spLocks xmlns:a="http://schemas.openxmlformats.org/drawingml/2006/main" noGrp="1"/>
          </p:cNvSpPr>
          <p:nvPr/>
        </p:nvSpPr>
        <p:spPr>
          <a:xfrm xmlns:a="http://schemas.openxmlformats.org/drawingml/2006/main">
            <a:off x="10763250" y="6457950"/>
            <a:ext cx="857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0">
                <a:solidFill>
                  <a:srgbClr val="9C9FA4"/>
                </a:solidFill>
                <a:latin typeface="Arial"/>
                <a:ea typeface="Arial"/>
                <a:cs typeface="Arial"/>
              </a:defRPr>
            </a:defPPr>
            <a:lvl1pPr algn="l">
              <a:defRPr sz="1050" b="0">
                <a:solidFill>
                  <a:srgbClr val="9C9FA4"/>
                </a:solidFill>
                <a:latin typeface="Arial"/>
                <a:ea typeface="Arial"/>
                <a:cs typeface="Arial"/>
              </a:defRPr>
            </a:lvl1pPr>
            <a:lvl2pPr algn="l">
              <a:defRPr sz="1050" b="0">
                <a:solidFill>
                  <a:srgbClr val="9C9FA4"/>
                </a:solidFill>
                <a:latin typeface="Arial"/>
                <a:ea typeface="Arial"/>
                <a:cs typeface="Arial"/>
              </a:defRPr>
            </a:lvl2pPr>
            <a:lvl3pPr algn="l">
              <a:defRPr sz="1050" b="0">
                <a:solidFill>
                  <a:srgbClr val="9C9FA4"/>
                </a:solidFill>
                <a:latin typeface="Arial"/>
                <a:ea typeface="Arial"/>
                <a:cs typeface="Arial"/>
              </a:defRPr>
            </a:lvl3pPr>
            <a:lvl4pPr algn="l">
              <a:defRPr sz="1050" b="0">
                <a:solidFill>
                  <a:srgbClr val="9C9FA4"/>
                </a:solidFill>
                <a:latin typeface="Arial"/>
                <a:ea typeface="Arial"/>
                <a:cs typeface="Arial"/>
              </a:defRPr>
            </a:lvl4pPr>
            <a:lvl5pPr algn="l">
              <a:defRPr sz="1050" b="0">
                <a:solidFill>
                  <a:srgbClr val="9C9FA4"/>
                </a:solidFill>
                <a:latin typeface="Arial"/>
                <a:ea typeface="Arial"/>
                <a:cs typeface="Arial"/>
              </a:defRPr>
            </a:lvl5pPr>
            <a:lvl6pPr algn="l">
              <a:defRPr sz="1050" b="0">
                <a:solidFill>
                  <a:srgbClr val="9C9FA4"/>
                </a:solidFill>
                <a:latin typeface="Arial"/>
                <a:ea typeface="Arial"/>
                <a:cs typeface="Arial"/>
              </a:defRPr>
            </a:lvl6pPr>
            <a:lvl7pPr algn="l">
              <a:defRPr sz="1050" b="0">
                <a:solidFill>
                  <a:srgbClr val="9C9FA4"/>
                </a:solidFill>
                <a:latin typeface="Arial"/>
                <a:ea typeface="Arial"/>
                <a:cs typeface="Arial"/>
              </a:defRPr>
            </a:lvl7pPr>
            <a:lvl8pPr algn="l">
              <a:defRPr sz="1050" b="0">
                <a:solidFill>
                  <a:srgbClr val="9C9FA4"/>
                </a:solidFill>
                <a:latin typeface="Arial"/>
                <a:ea typeface="Arial"/>
                <a:cs typeface="Arial"/>
              </a:defRPr>
            </a:lvl8pPr>
            <a:lvl9pPr algn="l">
              <a:defRPr sz="1050" b="0">
                <a:solidFill>
                  <a:srgbClr val="9C9FA4"/>
                </a:solidFill>
                <a:latin typeface="Arial"/>
                <a:ea typeface="Arial"/>
                <a:cs typeface="Arial"/>
              </a:defRPr>
            </a:lvl9pPr>
          </a:lstStyle>
          <a:p xmlns:a="http://schemas.openxmlformats.org/drawingml/2006/main">
            <a:pPr algn="l">
              <a:lnSpc>
                <a:spcPct val="118000"/>
              </a:lnSpc>
              <a:buNone/>
              <a:defRPr sz="1050" b="0">
                <a:solidFill>
                  <a:srgbClr val="9C9FA4"/>
                </a:solidFill>
                <a:latin typeface="Arial"/>
                <a:ea typeface="Arial"/>
                <a:cs typeface="Arial"/>
              </a:defRPr>
            </a:pPr>
            <a:r>
              <a:rPr sz="1050" b="0">
                <a:solidFill>
                  <a:srgbClr val="9C9FA4"/>
                </a:solidFill>
                <a:latin typeface="Arial"/>
                <a:ea typeface="Arial"/>
                <a:cs typeface="Arial"/>
              </a:rPr>
              <a:t>03 / 20</a:t>
            </a:r>
          </a:p>
        </p:txBody>
      </p:sp>
    </p:spTree>
    <p:extLst>
      <p:ext uri="{BB962C8B-B14F-4D97-AF65-F5344CB8AC3E}">
        <p14:creationId xmlns:p14="http://schemas.microsoft.com/office/powerpoint/2010/main" val="233996161"/>
      </p:ext>
    </p:extLst>
  </p:cSld>
</p:sld>
</file>

<file path=ppt/slides/slide4.xml><?xml version="1.0" encoding="utf-8"?>
<p:sld xmlns:p="http://schemas.openxmlformats.org/presentationml/2006/main">
  <p:cSld>
    <p:bg>
      <p:bgPr>
        <a:solidFill xmlns:a="http://schemas.openxmlformats.org/drawingml/2006/main">
          <a:srgbClr val="080808"/>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AE58A7EE-E849-4F9B-BA2E-6D66C5406DEA}"/>
              </a:ext>
            </a:extLst>
          </p:cNvPr>
          <p:cNvSpPr>
            <a:spLocks xmlns:a="http://schemas.openxmlformats.org/drawingml/2006/main" noGrp="1"/>
          </p:cNvSpPr>
          <p:nvPr/>
        </p:nvSpPr>
        <p:spPr>
          <a:xfrm xmlns:a="http://schemas.openxmlformats.org/drawingml/2006/main">
            <a:off x="609600" y="466725"/>
            <a:ext cx="10858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0">
                <a:solidFill>
                  <a:srgbClr val="F2F2F2"/>
                </a:solidFill>
                <a:latin typeface="Arial"/>
                <a:ea typeface="Arial"/>
                <a:cs typeface="Arial"/>
              </a:defRPr>
            </a:defPPr>
            <a:lvl1pPr algn="l">
              <a:defRPr sz="3300" b="0">
                <a:solidFill>
                  <a:srgbClr val="F2F2F2"/>
                </a:solidFill>
                <a:latin typeface="Arial"/>
                <a:ea typeface="Arial"/>
                <a:cs typeface="Arial"/>
              </a:defRPr>
            </a:lvl1pPr>
            <a:lvl2pPr algn="l">
              <a:defRPr sz="3300" b="0">
                <a:solidFill>
                  <a:srgbClr val="F2F2F2"/>
                </a:solidFill>
                <a:latin typeface="Arial"/>
                <a:ea typeface="Arial"/>
                <a:cs typeface="Arial"/>
              </a:defRPr>
            </a:lvl2pPr>
            <a:lvl3pPr algn="l">
              <a:defRPr sz="3300" b="0">
                <a:solidFill>
                  <a:srgbClr val="F2F2F2"/>
                </a:solidFill>
                <a:latin typeface="Arial"/>
                <a:ea typeface="Arial"/>
                <a:cs typeface="Arial"/>
              </a:defRPr>
            </a:lvl3pPr>
            <a:lvl4pPr algn="l">
              <a:defRPr sz="3300" b="0">
                <a:solidFill>
                  <a:srgbClr val="F2F2F2"/>
                </a:solidFill>
                <a:latin typeface="Arial"/>
                <a:ea typeface="Arial"/>
                <a:cs typeface="Arial"/>
              </a:defRPr>
            </a:lvl4pPr>
            <a:lvl5pPr algn="l">
              <a:defRPr sz="3300" b="0">
                <a:solidFill>
                  <a:srgbClr val="F2F2F2"/>
                </a:solidFill>
                <a:latin typeface="Arial"/>
                <a:ea typeface="Arial"/>
                <a:cs typeface="Arial"/>
              </a:defRPr>
            </a:lvl5pPr>
            <a:lvl6pPr algn="l">
              <a:defRPr sz="3300" b="0">
                <a:solidFill>
                  <a:srgbClr val="F2F2F2"/>
                </a:solidFill>
                <a:latin typeface="Arial"/>
                <a:ea typeface="Arial"/>
                <a:cs typeface="Arial"/>
              </a:defRPr>
            </a:lvl6pPr>
            <a:lvl7pPr algn="l">
              <a:defRPr sz="3300" b="0">
                <a:solidFill>
                  <a:srgbClr val="F2F2F2"/>
                </a:solidFill>
                <a:latin typeface="Arial"/>
                <a:ea typeface="Arial"/>
                <a:cs typeface="Arial"/>
              </a:defRPr>
            </a:lvl7pPr>
            <a:lvl8pPr algn="l">
              <a:defRPr sz="3300" b="0">
                <a:solidFill>
                  <a:srgbClr val="F2F2F2"/>
                </a:solidFill>
                <a:latin typeface="Arial"/>
                <a:ea typeface="Arial"/>
                <a:cs typeface="Arial"/>
              </a:defRPr>
            </a:lvl8pPr>
            <a:lvl9pPr algn="l">
              <a:defRPr sz="3300" b="0">
                <a:solidFill>
                  <a:srgbClr val="F2F2F2"/>
                </a:solidFill>
                <a:latin typeface="Arial"/>
                <a:ea typeface="Arial"/>
                <a:cs typeface="Arial"/>
              </a:defRPr>
            </a:lvl9pPr>
          </a:lstStyle>
          <a:p xmlns:a="http://schemas.openxmlformats.org/drawingml/2006/main">
            <a:pPr algn="l">
              <a:lnSpc>
                <a:spcPct val="118000"/>
              </a:lnSpc>
              <a:buNone/>
              <a:defRPr sz="3300" b="0">
                <a:solidFill>
                  <a:srgbClr val="F2F2F2"/>
                </a:solidFill>
                <a:latin typeface="Arial"/>
                <a:ea typeface="Arial"/>
                <a:cs typeface="Arial"/>
              </a:defRPr>
            </a:pPr>
            <a:r>
              <a:rPr sz="3300" b="0">
                <a:solidFill>
                  <a:srgbClr val="F2F2F2"/>
                </a:solidFill>
                <a:latin typeface="Arial"/>
                <a:ea typeface="Arial"/>
                <a:cs typeface="Arial"/>
              </a:rPr>
              <a:t>Why this project is useful</a:t>
            </a:r>
          </a:p>
        </p:txBody>
      </p:sp>
      <p:sp>
        <p:nvSpPr>
          <p:cNvPr id="2" name="column-label-0">
            <a:extLst xmlns:a="http://schemas.openxmlformats.org/drawingml/2006/main">
              <a:ext uri="{FF2B5EF4-FFF2-40B4-BE49-F238E27FC236}">
                <a16:creationId xmlns:a16="http://schemas.microsoft.com/office/drawing/2014/main" id="{70C483C9-25C1-480E-909C-AC2F70934249}"/>
              </a:ext>
            </a:extLst>
          </p:cNvPr>
          <p:cNvSpPr>
            <a:spLocks xmlns:a="http://schemas.openxmlformats.org/drawingml/2006/main" noGrp="1"/>
          </p:cNvSpPr>
          <p:nvPr/>
        </p:nvSpPr>
        <p:spPr>
          <a:xfrm xmlns:a="http://schemas.openxmlformats.org/drawingml/2006/main">
            <a:off x="628650" y="1781175"/>
            <a:ext cx="4953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0">
                <a:solidFill>
                  <a:srgbClr val="F2F2F2"/>
                </a:solidFill>
                <a:latin typeface="Arial"/>
                <a:ea typeface="Arial"/>
                <a:cs typeface="Arial"/>
              </a:defRPr>
            </a:defPPr>
            <a:lvl1pPr algn="l">
              <a:defRPr sz="2325" b="0">
                <a:solidFill>
                  <a:srgbClr val="F2F2F2"/>
                </a:solidFill>
                <a:latin typeface="Arial"/>
                <a:ea typeface="Arial"/>
                <a:cs typeface="Arial"/>
              </a:defRPr>
            </a:lvl1pPr>
            <a:lvl2pPr algn="l">
              <a:defRPr sz="2325" b="0">
                <a:solidFill>
                  <a:srgbClr val="F2F2F2"/>
                </a:solidFill>
                <a:latin typeface="Arial"/>
                <a:ea typeface="Arial"/>
                <a:cs typeface="Arial"/>
              </a:defRPr>
            </a:lvl2pPr>
            <a:lvl3pPr algn="l">
              <a:defRPr sz="2325" b="0">
                <a:solidFill>
                  <a:srgbClr val="F2F2F2"/>
                </a:solidFill>
                <a:latin typeface="Arial"/>
                <a:ea typeface="Arial"/>
                <a:cs typeface="Arial"/>
              </a:defRPr>
            </a:lvl3pPr>
            <a:lvl4pPr algn="l">
              <a:defRPr sz="2325" b="0">
                <a:solidFill>
                  <a:srgbClr val="F2F2F2"/>
                </a:solidFill>
                <a:latin typeface="Arial"/>
                <a:ea typeface="Arial"/>
                <a:cs typeface="Arial"/>
              </a:defRPr>
            </a:lvl4pPr>
            <a:lvl5pPr algn="l">
              <a:defRPr sz="2325" b="0">
                <a:solidFill>
                  <a:srgbClr val="F2F2F2"/>
                </a:solidFill>
                <a:latin typeface="Arial"/>
                <a:ea typeface="Arial"/>
                <a:cs typeface="Arial"/>
              </a:defRPr>
            </a:lvl5pPr>
            <a:lvl6pPr algn="l">
              <a:defRPr sz="2325" b="0">
                <a:solidFill>
                  <a:srgbClr val="F2F2F2"/>
                </a:solidFill>
                <a:latin typeface="Arial"/>
                <a:ea typeface="Arial"/>
                <a:cs typeface="Arial"/>
              </a:defRPr>
            </a:lvl6pPr>
            <a:lvl7pPr algn="l">
              <a:defRPr sz="2325" b="0">
                <a:solidFill>
                  <a:srgbClr val="F2F2F2"/>
                </a:solidFill>
                <a:latin typeface="Arial"/>
                <a:ea typeface="Arial"/>
                <a:cs typeface="Arial"/>
              </a:defRPr>
            </a:lvl7pPr>
            <a:lvl8pPr algn="l">
              <a:defRPr sz="2325" b="0">
                <a:solidFill>
                  <a:srgbClr val="F2F2F2"/>
                </a:solidFill>
                <a:latin typeface="Arial"/>
                <a:ea typeface="Arial"/>
                <a:cs typeface="Arial"/>
              </a:defRPr>
            </a:lvl8pPr>
            <a:lvl9pPr algn="l">
              <a:defRPr sz="2325" b="0">
                <a:solidFill>
                  <a:srgbClr val="F2F2F2"/>
                </a:solidFill>
                <a:latin typeface="Arial"/>
                <a:ea typeface="Arial"/>
                <a:cs typeface="Arial"/>
              </a:defRPr>
            </a:lvl9pPr>
          </a:lstStyle>
          <a:p xmlns:a="http://schemas.openxmlformats.org/drawingml/2006/main">
            <a:pPr algn="l">
              <a:lnSpc>
                <a:spcPct val="118000"/>
              </a:lnSpc>
              <a:buNone/>
              <a:defRPr sz="2325" b="0">
                <a:solidFill>
                  <a:srgbClr val="F2F2F2"/>
                </a:solidFill>
                <a:latin typeface="Arial"/>
                <a:ea typeface="Arial"/>
                <a:cs typeface="Arial"/>
              </a:defRPr>
            </a:pPr>
            <a:r>
              <a:rPr sz="2325" b="0">
                <a:solidFill>
                  <a:srgbClr val="F2F2F2"/>
                </a:solidFill>
                <a:latin typeface="Arial"/>
                <a:ea typeface="Arial"/>
                <a:cs typeface="Arial"/>
              </a:rPr>
              <a:t>A clearer investigation</a:t>
            </a:r>
          </a:p>
        </p:txBody>
      </p:sp>
      <p:sp>
        <p:nvSpPr>
          <p:cNvPr id="3" name="column-body-0">
            <a:extLst xmlns:a="http://schemas.openxmlformats.org/drawingml/2006/main">
              <a:ext uri="{FF2B5EF4-FFF2-40B4-BE49-F238E27FC236}">
                <a16:creationId xmlns:a16="http://schemas.microsoft.com/office/drawing/2014/main" id="{695C6BF7-B323-43CC-8B9F-9EE5E29DD024}"/>
              </a:ext>
            </a:extLst>
          </p:cNvPr>
          <p:cNvSpPr>
            <a:spLocks xmlns:a="http://schemas.openxmlformats.org/drawingml/2006/main" noGrp="1"/>
          </p:cNvSpPr>
          <p:nvPr/>
        </p:nvSpPr>
        <p:spPr>
          <a:xfrm xmlns:a="http://schemas.openxmlformats.org/drawingml/2006/main">
            <a:off x="628650" y="2809875"/>
            <a:ext cx="4905375" cy="3095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B9BDC2"/>
                </a:solidFill>
                <a:latin typeface="Arial"/>
                <a:ea typeface="Arial"/>
                <a:cs typeface="Arial"/>
              </a:defRPr>
            </a:defPPr>
            <a:lvl1pPr algn="l">
              <a:defRPr sz="1950" b="0">
                <a:solidFill>
                  <a:srgbClr val="B9BDC2"/>
                </a:solidFill>
                <a:latin typeface="Arial"/>
                <a:ea typeface="Arial"/>
                <a:cs typeface="Arial"/>
              </a:defRPr>
            </a:lvl1pPr>
            <a:lvl2pPr algn="l">
              <a:defRPr sz="1950" b="0">
                <a:solidFill>
                  <a:srgbClr val="B9BDC2"/>
                </a:solidFill>
                <a:latin typeface="Arial"/>
                <a:ea typeface="Arial"/>
                <a:cs typeface="Arial"/>
              </a:defRPr>
            </a:lvl2pPr>
            <a:lvl3pPr algn="l">
              <a:defRPr sz="1950" b="0">
                <a:solidFill>
                  <a:srgbClr val="B9BDC2"/>
                </a:solidFill>
                <a:latin typeface="Arial"/>
                <a:ea typeface="Arial"/>
                <a:cs typeface="Arial"/>
              </a:defRPr>
            </a:lvl3pPr>
            <a:lvl4pPr algn="l">
              <a:defRPr sz="1950" b="0">
                <a:solidFill>
                  <a:srgbClr val="B9BDC2"/>
                </a:solidFill>
                <a:latin typeface="Arial"/>
                <a:ea typeface="Arial"/>
                <a:cs typeface="Arial"/>
              </a:defRPr>
            </a:lvl4pPr>
            <a:lvl5pPr algn="l">
              <a:defRPr sz="1950" b="0">
                <a:solidFill>
                  <a:srgbClr val="B9BDC2"/>
                </a:solidFill>
                <a:latin typeface="Arial"/>
                <a:ea typeface="Arial"/>
                <a:cs typeface="Arial"/>
              </a:defRPr>
            </a:lvl5pPr>
            <a:lvl6pPr algn="l">
              <a:defRPr sz="1950" b="0">
                <a:solidFill>
                  <a:srgbClr val="B9BDC2"/>
                </a:solidFill>
                <a:latin typeface="Arial"/>
                <a:ea typeface="Arial"/>
                <a:cs typeface="Arial"/>
              </a:defRPr>
            </a:lvl6pPr>
            <a:lvl7pPr algn="l">
              <a:defRPr sz="1950" b="0">
                <a:solidFill>
                  <a:srgbClr val="B9BDC2"/>
                </a:solidFill>
                <a:latin typeface="Arial"/>
                <a:ea typeface="Arial"/>
                <a:cs typeface="Arial"/>
              </a:defRPr>
            </a:lvl7pPr>
            <a:lvl8pPr algn="l">
              <a:defRPr sz="1950" b="0">
                <a:solidFill>
                  <a:srgbClr val="B9BDC2"/>
                </a:solidFill>
                <a:latin typeface="Arial"/>
                <a:ea typeface="Arial"/>
                <a:cs typeface="Arial"/>
              </a:defRPr>
            </a:lvl8pPr>
            <a:lvl9pPr algn="l">
              <a:defRPr sz="1950" b="0">
                <a:solidFill>
                  <a:srgbClr val="B9BDC2"/>
                </a:solidFill>
                <a:latin typeface="Arial"/>
                <a:ea typeface="Arial"/>
                <a:cs typeface="Arial"/>
              </a:defRPr>
            </a:lvl9pPr>
          </a:lstStyle>
          <a:p xmlns:a="http://schemas.openxmlformats.org/drawingml/2006/main">
            <a:pPr algn="l">
              <a:lnSpc>
                <a:spcPct val="118000"/>
              </a:lnSpc>
              <a:buNone/>
              <a:defRPr sz="1950" b="0">
                <a:solidFill>
                  <a:srgbClr val="B9BDC2"/>
                </a:solidFill>
                <a:latin typeface="Arial"/>
                <a:ea typeface="Arial"/>
                <a:cs typeface="Arial"/>
              </a:defRPr>
            </a:pPr>
            <a:r>
              <a:rPr sz="1950" b="0">
                <a:solidFill>
                  <a:srgbClr val="B9BDC2"/>
                </a:solidFill>
                <a:latin typeface="Arial"/>
                <a:ea typeface="Arial"/>
                <a:cs typeface="Arial"/>
              </a:rPr>
              <a:t>Measurements, anomaly explanations and incident context appear in one interface. An operator can review the reason for an alert before acting.</a:t>
            </a:r>
          </a:p>
        </p:txBody>
      </p:sp>
      <p:sp>
        <p:nvSpPr>
          <p:cNvPr id="4" name="column-label-1">
            <a:extLst xmlns:a="http://schemas.openxmlformats.org/drawingml/2006/main">
              <a:ext uri="{FF2B5EF4-FFF2-40B4-BE49-F238E27FC236}">
                <a16:creationId xmlns:a16="http://schemas.microsoft.com/office/drawing/2014/main" id="{0E10CF9D-8638-4E59-8402-5227C3F2DC89}"/>
              </a:ext>
            </a:extLst>
          </p:cNvPr>
          <p:cNvSpPr>
            <a:spLocks xmlns:a="http://schemas.openxmlformats.org/drawingml/2006/main" noGrp="1"/>
          </p:cNvSpPr>
          <p:nvPr/>
        </p:nvSpPr>
        <p:spPr>
          <a:xfrm xmlns:a="http://schemas.openxmlformats.org/drawingml/2006/main">
            <a:off x="6505575" y="1781175"/>
            <a:ext cx="4953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0">
                <a:solidFill>
                  <a:srgbClr val="F2F2F2"/>
                </a:solidFill>
                <a:latin typeface="Arial"/>
                <a:ea typeface="Arial"/>
                <a:cs typeface="Arial"/>
              </a:defRPr>
            </a:defPPr>
            <a:lvl1pPr algn="l">
              <a:defRPr sz="2325" b="0">
                <a:solidFill>
                  <a:srgbClr val="F2F2F2"/>
                </a:solidFill>
                <a:latin typeface="Arial"/>
                <a:ea typeface="Arial"/>
                <a:cs typeface="Arial"/>
              </a:defRPr>
            </a:lvl1pPr>
            <a:lvl2pPr algn="l">
              <a:defRPr sz="2325" b="0">
                <a:solidFill>
                  <a:srgbClr val="F2F2F2"/>
                </a:solidFill>
                <a:latin typeface="Arial"/>
                <a:ea typeface="Arial"/>
                <a:cs typeface="Arial"/>
              </a:defRPr>
            </a:lvl2pPr>
            <a:lvl3pPr algn="l">
              <a:defRPr sz="2325" b="0">
                <a:solidFill>
                  <a:srgbClr val="F2F2F2"/>
                </a:solidFill>
                <a:latin typeface="Arial"/>
                <a:ea typeface="Arial"/>
                <a:cs typeface="Arial"/>
              </a:defRPr>
            </a:lvl3pPr>
            <a:lvl4pPr algn="l">
              <a:defRPr sz="2325" b="0">
                <a:solidFill>
                  <a:srgbClr val="F2F2F2"/>
                </a:solidFill>
                <a:latin typeface="Arial"/>
                <a:ea typeface="Arial"/>
                <a:cs typeface="Arial"/>
              </a:defRPr>
            </a:lvl4pPr>
            <a:lvl5pPr algn="l">
              <a:defRPr sz="2325" b="0">
                <a:solidFill>
                  <a:srgbClr val="F2F2F2"/>
                </a:solidFill>
                <a:latin typeface="Arial"/>
                <a:ea typeface="Arial"/>
                <a:cs typeface="Arial"/>
              </a:defRPr>
            </a:lvl5pPr>
            <a:lvl6pPr algn="l">
              <a:defRPr sz="2325" b="0">
                <a:solidFill>
                  <a:srgbClr val="F2F2F2"/>
                </a:solidFill>
                <a:latin typeface="Arial"/>
                <a:ea typeface="Arial"/>
                <a:cs typeface="Arial"/>
              </a:defRPr>
            </a:lvl6pPr>
            <a:lvl7pPr algn="l">
              <a:defRPr sz="2325" b="0">
                <a:solidFill>
                  <a:srgbClr val="F2F2F2"/>
                </a:solidFill>
                <a:latin typeface="Arial"/>
                <a:ea typeface="Arial"/>
                <a:cs typeface="Arial"/>
              </a:defRPr>
            </a:lvl7pPr>
            <a:lvl8pPr algn="l">
              <a:defRPr sz="2325" b="0">
                <a:solidFill>
                  <a:srgbClr val="F2F2F2"/>
                </a:solidFill>
                <a:latin typeface="Arial"/>
                <a:ea typeface="Arial"/>
                <a:cs typeface="Arial"/>
              </a:defRPr>
            </a:lvl8pPr>
            <a:lvl9pPr algn="l">
              <a:defRPr sz="2325" b="0">
                <a:solidFill>
                  <a:srgbClr val="F2F2F2"/>
                </a:solidFill>
                <a:latin typeface="Arial"/>
                <a:ea typeface="Arial"/>
                <a:cs typeface="Arial"/>
              </a:defRPr>
            </a:lvl9pPr>
          </a:lstStyle>
          <a:p xmlns:a="http://schemas.openxmlformats.org/drawingml/2006/main">
            <a:pPr algn="l">
              <a:lnSpc>
                <a:spcPct val="118000"/>
              </a:lnSpc>
              <a:buNone/>
              <a:defRPr sz="2325" b="0">
                <a:solidFill>
                  <a:srgbClr val="F2F2F2"/>
                </a:solidFill>
                <a:latin typeface="Arial"/>
                <a:ea typeface="Arial"/>
                <a:cs typeface="Arial"/>
              </a:defRPr>
            </a:pPr>
            <a:r>
              <a:rPr sz="2325" b="0">
                <a:solidFill>
                  <a:srgbClr val="F2F2F2"/>
                </a:solidFill>
                <a:latin typeface="Arial"/>
                <a:ea typeface="Arial"/>
                <a:cs typeface="Arial"/>
              </a:rPr>
              <a:t>A controlled response</a:t>
            </a:r>
          </a:p>
        </p:txBody>
      </p:sp>
      <p:sp>
        <p:nvSpPr>
          <p:cNvPr id="5" name="column-body-1">
            <a:extLst xmlns:a="http://schemas.openxmlformats.org/drawingml/2006/main">
              <a:ext uri="{FF2B5EF4-FFF2-40B4-BE49-F238E27FC236}">
                <a16:creationId xmlns:a16="http://schemas.microsoft.com/office/drawing/2014/main" id="{CAA2345C-58F2-49CE-8E98-B885B616F2E5}"/>
              </a:ext>
            </a:extLst>
          </p:cNvPr>
          <p:cNvSpPr>
            <a:spLocks xmlns:a="http://schemas.openxmlformats.org/drawingml/2006/main" noGrp="1"/>
          </p:cNvSpPr>
          <p:nvPr/>
        </p:nvSpPr>
        <p:spPr>
          <a:xfrm xmlns:a="http://schemas.openxmlformats.org/drawingml/2006/main">
            <a:off x="6505575" y="2809875"/>
            <a:ext cx="4905375" cy="3095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B9BDC2"/>
                </a:solidFill>
                <a:latin typeface="Arial"/>
                <a:ea typeface="Arial"/>
                <a:cs typeface="Arial"/>
              </a:defRPr>
            </a:defPPr>
            <a:lvl1pPr algn="l">
              <a:defRPr sz="1950" b="0">
                <a:solidFill>
                  <a:srgbClr val="B9BDC2"/>
                </a:solidFill>
                <a:latin typeface="Arial"/>
                <a:ea typeface="Arial"/>
                <a:cs typeface="Arial"/>
              </a:defRPr>
            </a:lvl1pPr>
            <a:lvl2pPr algn="l">
              <a:defRPr sz="1950" b="0">
                <a:solidFill>
                  <a:srgbClr val="B9BDC2"/>
                </a:solidFill>
                <a:latin typeface="Arial"/>
                <a:ea typeface="Arial"/>
                <a:cs typeface="Arial"/>
              </a:defRPr>
            </a:lvl2pPr>
            <a:lvl3pPr algn="l">
              <a:defRPr sz="1950" b="0">
                <a:solidFill>
                  <a:srgbClr val="B9BDC2"/>
                </a:solidFill>
                <a:latin typeface="Arial"/>
                <a:ea typeface="Arial"/>
                <a:cs typeface="Arial"/>
              </a:defRPr>
            </a:lvl3pPr>
            <a:lvl4pPr algn="l">
              <a:defRPr sz="1950" b="0">
                <a:solidFill>
                  <a:srgbClr val="B9BDC2"/>
                </a:solidFill>
                <a:latin typeface="Arial"/>
                <a:ea typeface="Arial"/>
                <a:cs typeface="Arial"/>
              </a:defRPr>
            </a:lvl4pPr>
            <a:lvl5pPr algn="l">
              <a:defRPr sz="1950" b="0">
                <a:solidFill>
                  <a:srgbClr val="B9BDC2"/>
                </a:solidFill>
                <a:latin typeface="Arial"/>
                <a:ea typeface="Arial"/>
                <a:cs typeface="Arial"/>
              </a:defRPr>
            </a:lvl5pPr>
            <a:lvl6pPr algn="l">
              <a:defRPr sz="1950" b="0">
                <a:solidFill>
                  <a:srgbClr val="B9BDC2"/>
                </a:solidFill>
                <a:latin typeface="Arial"/>
                <a:ea typeface="Arial"/>
                <a:cs typeface="Arial"/>
              </a:defRPr>
            </a:lvl6pPr>
            <a:lvl7pPr algn="l">
              <a:defRPr sz="1950" b="0">
                <a:solidFill>
                  <a:srgbClr val="B9BDC2"/>
                </a:solidFill>
                <a:latin typeface="Arial"/>
                <a:ea typeface="Arial"/>
                <a:cs typeface="Arial"/>
              </a:defRPr>
            </a:lvl7pPr>
            <a:lvl8pPr algn="l">
              <a:defRPr sz="1950" b="0">
                <a:solidFill>
                  <a:srgbClr val="B9BDC2"/>
                </a:solidFill>
                <a:latin typeface="Arial"/>
                <a:ea typeface="Arial"/>
                <a:cs typeface="Arial"/>
              </a:defRPr>
            </a:lvl8pPr>
            <a:lvl9pPr algn="l">
              <a:defRPr sz="1950" b="0">
                <a:solidFill>
                  <a:srgbClr val="B9BDC2"/>
                </a:solidFill>
                <a:latin typeface="Arial"/>
                <a:ea typeface="Arial"/>
                <a:cs typeface="Arial"/>
              </a:defRPr>
            </a:lvl9pPr>
          </a:lstStyle>
          <a:p xmlns:a="http://schemas.openxmlformats.org/drawingml/2006/main">
            <a:pPr algn="l">
              <a:lnSpc>
                <a:spcPct val="118000"/>
              </a:lnSpc>
              <a:buNone/>
              <a:defRPr sz="1950" b="0">
                <a:solidFill>
                  <a:srgbClr val="B9BDC2"/>
                </a:solidFill>
                <a:latin typeface="Arial"/>
                <a:ea typeface="Arial"/>
                <a:cs typeface="Arial"/>
              </a:defRPr>
            </a:pPr>
            <a:r>
              <a:rPr sz="1950" b="0">
                <a:solidFill>
                  <a:srgbClr val="B9BDC2"/>
                </a:solidFill>
                <a:latin typeface="Arial"/>
                <a:ea typeface="Arial"/>
                <a:cs typeface="Arial"/>
              </a:rPr>
              <a:t>Approval, pause, cooldown and audit records make the decision visible. Kubernetes already handles some basic recovery; this project adds evidence and policy around supported actions.</a:t>
            </a:r>
          </a:p>
        </p:txBody>
      </p:sp>
      <p:sp>
        <p:nvSpPr>
          <p:cNvPr id="6" name="page-number">
            <a:extLst xmlns:a="http://schemas.openxmlformats.org/drawingml/2006/main">
              <a:ext uri="{FF2B5EF4-FFF2-40B4-BE49-F238E27FC236}">
                <a16:creationId xmlns:a16="http://schemas.microsoft.com/office/drawing/2014/main" id="{369B5C41-3212-4E3C-BE1E-9B9C765C8CC3}"/>
              </a:ext>
            </a:extLst>
          </p:cNvPr>
          <p:cNvSpPr>
            <a:spLocks xmlns:a="http://schemas.openxmlformats.org/drawingml/2006/main" noGrp="1"/>
          </p:cNvSpPr>
          <p:nvPr/>
        </p:nvSpPr>
        <p:spPr>
          <a:xfrm xmlns:a="http://schemas.openxmlformats.org/drawingml/2006/main">
            <a:off x="10763250" y="6457950"/>
            <a:ext cx="857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0">
                <a:solidFill>
                  <a:srgbClr val="9C9FA4"/>
                </a:solidFill>
                <a:latin typeface="Arial"/>
                <a:ea typeface="Arial"/>
                <a:cs typeface="Arial"/>
              </a:defRPr>
            </a:defPPr>
            <a:lvl1pPr algn="l">
              <a:defRPr sz="1050" b="0">
                <a:solidFill>
                  <a:srgbClr val="9C9FA4"/>
                </a:solidFill>
                <a:latin typeface="Arial"/>
                <a:ea typeface="Arial"/>
                <a:cs typeface="Arial"/>
              </a:defRPr>
            </a:lvl1pPr>
            <a:lvl2pPr algn="l">
              <a:defRPr sz="1050" b="0">
                <a:solidFill>
                  <a:srgbClr val="9C9FA4"/>
                </a:solidFill>
                <a:latin typeface="Arial"/>
                <a:ea typeface="Arial"/>
                <a:cs typeface="Arial"/>
              </a:defRPr>
            </a:lvl2pPr>
            <a:lvl3pPr algn="l">
              <a:defRPr sz="1050" b="0">
                <a:solidFill>
                  <a:srgbClr val="9C9FA4"/>
                </a:solidFill>
                <a:latin typeface="Arial"/>
                <a:ea typeface="Arial"/>
                <a:cs typeface="Arial"/>
              </a:defRPr>
            </a:lvl3pPr>
            <a:lvl4pPr algn="l">
              <a:defRPr sz="1050" b="0">
                <a:solidFill>
                  <a:srgbClr val="9C9FA4"/>
                </a:solidFill>
                <a:latin typeface="Arial"/>
                <a:ea typeface="Arial"/>
                <a:cs typeface="Arial"/>
              </a:defRPr>
            </a:lvl4pPr>
            <a:lvl5pPr algn="l">
              <a:defRPr sz="1050" b="0">
                <a:solidFill>
                  <a:srgbClr val="9C9FA4"/>
                </a:solidFill>
                <a:latin typeface="Arial"/>
                <a:ea typeface="Arial"/>
                <a:cs typeface="Arial"/>
              </a:defRPr>
            </a:lvl5pPr>
            <a:lvl6pPr algn="l">
              <a:defRPr sz="1050" b="0">
                <a:solidFill>
                  <a:srgbClr val="9C9FA4"/>
                </a:solidFill>
                <a:latin typeface="Arial"/>
                <a:ea typeface="Arial"/>
                <a:cs typeface="Arial"/>
              </a:defRPr>
            </a:lvl6pPr>
            <a:lvl7pPr algn="l">
              <a:defRPr sz="1050" b="0">
                <a:solidFill>
                  <a:srgbClr val="9C9FA4"/>
                </a:solidFill>
                <a:latin typeface="Arial"/>
                <a:ea typeface="Arial"/>
                <a:cs typeface="Arial"/>
              </a:defRPr>
            </a:lvl7pPr>
            <a:lvl8pPr algn="l">
              <a:defRPr sz="1050" b="0">
                <a:solidFill>
                  <a:srgbClr val="9C9FA4"/>
                </a:solidFill>
                <a:latin typeface="Arial"/>
                <a:ea typeface="Arial"/>
                <a:cs typeface="Arial"/>
              </a:defRPr>
            </a:lvl8pPr>
            <a:lvl9pPr algn="l">
              <a:defRPr sz="1050" b="0">
                <a:solidFill>
                  <a:srgbClr val="9C9FA4"/>
                </a:solidFill>
                <a:latin typeface="Arial"/>
                <a:ea typeface="Arial"/>
                <a:cs typeface="Arial"/>
              </a:defRPr>
            </a:lvl9pPr>
          </a:lstStyle>
          <a:p xmlns:a="http://schemas.openxmlformats.org/drawingml/2006/main">
            <a:pPr algn="l">
              <a:lnSpc>
                <a:spcPct val="118000"/>
              </a:lnSpc>
              <a:buNone/>
              <a:defRPr sz="1050" b="0">
                <a:solidFill>
                  <a:srgbClr val="9C9FA4"/>
                </a:solidFill>
                <a:latin typeface="Arial"/>
                <a:ea typeface="Arial"/>
                <a:cs typeface="Arial"/>
              </a:defRPr>
            </a:pPr>
            <a:r>
              <a:rPr sz="1050" b="0">
                <a:solidFill>
                  <a:srgbClr val="9C9FA4"/>
                </a:solidFill>
                <a:latin typeface="Arial"/>
                <a:ea typeface="Arial"/>
                <a:cs typeface="Arial"/>
              </a:rPr>
              <a:t>04 / 20</a:t>
            </a:r>
          </a:p>
        </p:txBody>
      </p:sp>
    </p:spTree>
    <p:extLst>
      <p:ext uri="{BB962C8B-B14F-4D97-AF65-F5344CB8AC3E}">
        <p14:creationId xmlns:p14="http://schemas.microsoft.com/office/powerpoint/2010/main" val="1289038792"/>
      </p:ext>
    </p:extLst>
  </p:cSld>
</p:sld>
</file>

<file path=ppt/slides/slide5.xml><?xml version="1.0" encoding="utf-8"?>
<p:sld xmlns:p="http://schemas.openxmlformats.org/presentationml/2006/main">
  <p:cSld>
    <p:bg>
      <p:bgPr>
        <a:solidFill xmlns:a="http://schemas.openxmlformats.org/drawingml/2006/main">
          <a:srgbClr val="080808"/>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520DBD30-4421-409D-BF7D-B26157A0FAA6}"/>
              </a:ext>
            </a:extLst>
          </p:cNvPr>
          <p:cNvSpPr>
            <a:spLocks xmlns:a="http://schemas.openxmlformats.org/drawingml/2006/main" noGrp="1"/>
          </p:cNvSpPr>
          <p:nvPr/>
        </p:nvSpPr>
        <p:spPr>
          <a:xfrm xmlns:a="http://schemas.openxmlformats.org/drawingml/2006/main">
            <a:off x="609600" y="466725"/>
            <a:ext cx="10858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0">
                <a:solidFill>
                  <a:srgbClr val="F2F2F2"/>
                </a:solidFill>
                <a:latin typeface="Arial"/>
                <a:ea typeface="Arial"/>
                <a:cs typeface="Arial"/>
              </a:defRPr>
            </a:defPPr>
            <a:lvl1pPr algn="l">
              <a:defRPr sz="3300" b="0">
                <a:solidFill>
                  <a:srgbClr val="F2F2F2"/>
                </a:solidFill>
                <a:latin typeface="Arial"/>
                <a:ea typeface="Arial"/>
                <a:cs typeface="Arial"/>
              </a:defRPr>
            </a:lvl1pPr>
            <a:lvl2pPr algn="l">
              <a:defRPr sz="3300" b="0">
                <a:solidFill>
                  <a:srgbClr val="F2F2F2"/>
                </a:solidFill>
                <a:latin typeface="Arial"/>
                <a:ea typeface="Arial"/>
                <a:cs typeface="Arial"/>
              </a:defRPr>
            </a:lvl2pPr>
            <a:lvl3pPr algn="l">
              <a:defRPr sz="3300" b="0">
                <a:solidFill>
                  <a:srgbClr val="F2F2F2"/>
                </a:solidFill>
                <a:latin typeface="Arial"/>
                <a:ea typeface="Arial"/>
                <a:cs typeface="Arial"/>
              </a:defRPr>
            </a:lvl3pPr>
            <a:lvl4pPr algn="l">
              <a:defRPr sz="3300" b="0">
                <a:solidFill>
                  <a:srgbClr val="F2F2F2"/>
                </a:solidFill>
                <a:latin typeface="Arial"/>
                <a:ea typeface="Arial"/>
                <a:cs typeface="Arial"/>
              </a:defRPr>
            </a:lvl4pPr>
            <a:lvl5pPr algn="l">
              <a:defRPr sz="3300" b="0">
                <a:solidFill>
                  <a:srgbClr val="F2F2F2"/>
                </a:solidFill>
                <a:latin typeface="Arial"/>
                <a:ea typeface="Arial"/>
                <a:cs typeface="Arial"/>
              </a:defRPr>
            </a:lvl5pPr>
            <a:lvl6pPr algn="l">
              <a:defRPr sz="3300" b="0">
                <a:solidFill>
                  <a:srgbClr val="F2F2F2"/>
                </a:solidFill>
                <a:latin typeface="Arial"/>
                <a:ea typeface="Arial"/>
                <a:cs typeface="Arial"/>
              </a:defRPr>
            </a:lvl6pPr>
            <a:lvl7pPr algn="l">
              <a:defRPr sz="3300" b="0">
                <a:solidFill>
                  <a:srgbClr val="F2F2F2"/>
                </a:solidFill>
                <a:latin typeface="Arial"/>
                <a:ea typeface="Arial"/>
                <a:cs typeface="Arial"/>
              </a:defRPr>
            </a:lvl7pPr>
            <a:lvl8pPr algn="l">
              <a:defRPr sz="3300" b="0">
                <a:solidFill>
                  <a:srgbClr val="F2F2F2"/>
                </a:solidFill>
                <a:latin typeface="Arial"/>
                <a:ea typeface="Arial"/>
                <a:cs typeface="Arial"/>
              </a:defRPr>
            </a:lvl8pPr>
            <a:lvl9pPr algn="l">
              <a:defRPr sz="3300" b="0">
                <a:solidFill>
                  <a:srgbClr val="F2F2F2"/>
                </a:solidFill>
                <a:latin typeface="Arial"/>
                <a:ea typeface="Arial"/>
                <a:cs typeface="Arial"/>
              </a:defRPr>
            </a:lvl9pPr>
          </a:lstStyle>
          <a:p xmlns:a="http://schemas.openxmlformats.org/drawingml/2006/main">
            <a:pPr algn="l">
              <a:lnSpc>
                <a:spcPct val="118000"/>
              </a:lnSpc>
              <a:buNone/>
              <a:defRPr sz="3300" b="0">
                <a:solidFill>
                  <a:srgbClr val="F2F2F2"/>
                </a:solidFill>
                <a:latin typeface="Arial"/>
                <a:ea typeface="Arial"/>
                <a:cs typeface="Arial"/>
              </a:defRPr>
            </a:pPr>
            <a:r>
              <a:rPr sz="3300" b="0">
                <a:solidFill>
                  <a:srgbClr val="F2F2F2"/>
                </a:solidFill>
                <a:latin typeface="Arial"/>
                <a:ea typeface="Arial"/>
                <a:cs typeface="Arial"/>
              </a:rPr>
              <a:t>Kubernetes in everyday language</a:t>
            </a:r>
          </a:p>
        </p:txBody>
      </p:sp>
      <p:sp>
        <p:nvSpPr>
          <p:cNvPr id="2" name="row-label-0">
            <a:extLst xmlns:a="http://schemas.openxmlformats.org/drawingml/2006/main">
              <a:ext uri="{FF2B5EF4-FFF2-40B4-BE49-F238E27FC236}">
                <a16:creationId xmlns:a16="http://schemas.microsoft.com/office/drawing/2014/main" id="{E0F5662C-95AE-4ACE-AF46-DB7696B99627}"/>
              </a:ext>
            </a:extLst>
          </p:cNvPr>
          <p:cNvSpPr>
            <a:spLocks xmlns:a="http://schemas.openxmlformats.org/drawingml/2006/main" noGrp="1"/>
          </p:cNvSpPr>
          <p:nvPr/>
        </p:nvSpPr>
        <p:spPr>
          <a:xfrm xmlns:a="http://schemas.openxmlformats.org/drawingml/2006/main">
            <a:off x="628650" y="1743075"/>
            <a:ext cx="304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F2F2F2"/>
                </a:solidFill>
                <a:latin typeface="Arial"/>
                <a:ea typeface="Arial"/>
                <a:cs typeface="Arial"/>
              </a:defRPr>
            </a:defPPr>
            <a:lvl1pPr algn="l">
              <a:defRPr sz="1950" b="0">
                <a:solidFill>
                  <a:srgbClr val="F2F2F2"/>
                </a:solidFill>
                <a:latin typeface="Arial"/>
                <a:ea typeface="Arial"/>
                <a:cs typeface="Arial"/>
              </a:defRPr>
            </a:lvl1pPr>
            <a:lvl2pPr algn="l">
              <a:defRPr sz="1950" b="0">
                <a:solidFill>
                  <a:srgbClr val="F2F2F2"/>
                </a:solidFill>
                <a:latin typeface="Arial"/>
                <a:ea typeface="Arial"/>
                <a:cs typeface="Arial"/>
              </a:defRPr>
            </a:lvl2pPr>
            <a:lvl3pPr algn="l">
              <a:defRPr sz="1950" b="0">
                <a:solidFill>
                  <a:srgbClr val="F2F2F2"/>
                </a:solidFill>
                <a:latin typeface="Arial"/>
                <a:ea typeface="Arial"/>
                <a:cs typeface="Arial"/>
              </a:defRPr>
            </a:lvl3pPr>
            <a:lvl4pPr algn="l">
              <a:defRPr sz="1950" b="0">
                <a:solidFill>
                  <a:srgbClr val="F2F2F2"/>
                </a:solidFill>
                <a:latin typeface="Arial"/>
                <a:ea typeface="Arial"/>
                <a:cs typeface="Arial"/>
              </a:defRPr>
            </a:lvl4pPr>
            <a:lvl5pPr algn="l">
              <a:defRPr sz="1950" b="0">
                <a:solidFill>
                  <a:srgbClr val="F2F2F2"/>
                </a:solidFill>
                <a:latin typeface="Arial"/>
                <a:ea typeface="Arial"/>
                <a:cs typeface="Arial"/>
              </a:defRPr>
            </a:lvl5pPr>
            <a:lvl6pPr algn="l">
              <a:defRPr sz="1950" b="0">
                <a:solidFill>
                  <a:srgbClr val="F2F2F2"/>
                </a:solidFill>
                <a:latin typeface="Arial"/>
                <a:ea typeface="Arial"/>
                <a:cs typeface="Arial"/>
              </a:defRPr>
            </a:lvl6pPr>
            <a:lvl7pPr algn="l">
              <a:defRPr sz="1950" b="0">
                <a:solidFill>
                  <a:srgbClr val="F2F2F2"/>
                </a:solidFill>
                <a:latin typeface="Arial"/>
                <a:ea typeface="Arial"/>
                <a:cs typeface="Arial"/>
              </a:defRPr>
            </a:lvl7pPr>
            <a:lvl8pPr algn="l">
              <a:defRPr sz="1950" b="0">
                <a:solidFill>
                  <a:srgbClr val="F2F2F2"/>
                </a:solidFill>
                <a:latin typeface="Arial"/>
                <a:ea typeface="Arial"/>
                <a:cs typeface="Arial"/>
              </a:defRPr>
            </a:lvl8pPr>
            <a:lvl9pPr algn="l">
              <a:defRPr sz="1950" b="0">
                <a:solidFill>
                  <a:srgbClr val="F2F2F2"/>
                </a:solidFill>
                <a:latin typeface="Arial"/>
                <a:ea typeface="Arial"/>
                <a:cs typeface="Arial"/>
              </a:defRPr>
            </a:lvl9pPr>
          </a:lstStyle>
          <a:p xmlns:a="http://schemas.openxmlformats.org/drawingml/2006/main">
            <a:pPr algn="l">
              <a:lnSpc>
                <a:spcPct val="118000"/>
              </a:lnSpc>
              <a:buNone/>
              <a:defRPr sz="1950" b="0">
                <a:solidFill>
                  <a:srgbClr val="F2F2F2"/>
                </a:solidFill>
                <a:latin typeface="Arial"/>
                <a:ea typeface="Arial"/>
                <a:cs typeface="Arial"/>
              </a:defRPr>
            </a:pPr>
            <a:r>
              <a:rPr sz="1950" b="0">
                <a:solidFill>
                  <a:srgbClr val="F2F2F2"/>
                </a:solidFill>
                <a:latin typeface="Arial"/>
                <a:ea typeface="Arial"/>
                <a:cs typeface="Arial"/>
              </a:rPr>
              <a:t>Container</a:t>
            </a:r>
          </a:p>
        </p:txBody>
      </p:sp>
      <p:sp>
        <p:nvSpPr>
          <p:cNvPr id="3" name="row-description-0">
            <a:extLst xmlns:a="http://schemas.openxmlformats.org/drawingml/2006/main">
              <a:ext uri="{FF2B5EF4-FFF2-40B4-BE49-F238E27FC236}">
                <a16:creationId xmlns:a16="http://schemas.microsoft.com/office/drawing/2014/main" id="{3998D66C-1BCC-4829-A10D-31ECDFF711E2}"/>
              </a:ext>
            </a:extLst>
          </p:cNvPr>
          <p:cNvSpPr>
            <a:spLocks xmlns:a="http://schemas.openxmlformats.org/drawingml/2006/main" noGrp="1"/>
          </p:cNvSpPr>
          <p:nvPr/>
        </p:nvSpPr>
        <p:spPr>
          <a:xfrm xmlns:a="http://schemas.openxmlformats.org/drawingml/2006/main">
            <a:off x="4095750" y="1743075"/>
            <a:ext cx="723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An application packaged with what it needs to run.</a:t>
            </a:r>
          </a:p>
        </p:txBody>
      </p:sp>
      <p:sp>
        <p:nvSpPr>
          <p:cNvPr id="4" name="row-label-1">
            <a:extLst xmlns:a="http://schemas.openxmlformats.org/drawingml/2006/main">
              <a:ext uri="{FF2B5EF4-FFF2-40B4-BE49-F238E27FC236}">
                <a16:creationId xmlns:a16="http://schemas.microsoft.com/office/drawing/2014/main" id="{ED3A95F4-8C31-4DFA-A941-203DE35C5045}"/>
              </a:ext>
            </a:extLst>
          </p:cNvPr>
          <p:cNvSpPr>
            <a:spLocks xmlns:a="http://schemas.openxmlformats.org/drawingml/2006/main" noGrp="1"/>
          </p:cNvSpPr>
          <p:nvPr/>
        </p:nvSpPr>
        <p:spPr>
          <a:xfrm xmlns:a="http://schemas.openxmlformats.org/drawingml/2006/main">
            <a:off x="628650" y="2809875"/>
            <a:ext cx="304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F2F2F2"/>
                </a:solidFill>
                <a:latin typeface="Arial"/>
                <a:ea typeface="Arial"/>
                <a:cs typeface="Arial"/>
              </a:defRPr>
            </a:defPPr>
            <a:lvl1pPr algn="l">
              <a:defRPr sz="1950" b="0">
                <a:solidFill>
                  <a:srgbClr val="F2F2F2"/>
                </a:solidFill>
                <a:latin typeface="Arial"/>
                <a:ea typeface="Arial"/>
                <a:cs typeface="Arial"/>
              </a:defRPr>
            </a:lvl1pPr>
            <a:lvl2pPr algn="l">
              <a:defRPr sz="1950" b="0">
                <a:solidFill>
                  <a:srgbClr val="F2F2F2"/>
                </a:solidFill>
                <a:latin typeface="Arial"/>
                <a:ea typeface="Arial"/>
                <a:cs typeface="Arial"/>
              </a:defRPr>
            </a:lvl2pPr>
            <a:lvl3pPr algn="l">
              <a:defRPr sz="1950" b="0">
                <a:solidFill>
                  <a:srgbClr val="F2F2F2"/>
                </a:solidFill>
                <a:latin typeface="Arial"/>
                <a:ea typeface="Arial"/>
                <a:cs typeface="Arial"/>
              </a:defRPr>
            </a:lvl3pPr>
            <a:lvl4pPr algn="l">
              <a:defRPr sz="1950" b="0">
                <a:solidFill>
                  <a:srgbClr val="F2F2F2"/>
                </a:solidFill>
                <a:latin typeface="Arial"/>
                <a:ea typeface="Arial"/>
                <a:cs typeface="Arial"/>
              </a:defRPr>
            </a:lvl4pPr>
            <a:lvl5pPr algn="l">
              <a:defRPr sz="1950" b="0">
                <a:solidFill>
                  <a:srgbClr val="F2F2F2"/>
                </a:solidFill>
                <a:latin typeface="Arial"/>
                <a:ea typeface="Arial"/>
                <a:cs typeface="Arial"/>
              </a:defRPr>
            </a:lvl5pPr>
            <a:lvl6pPr algn="l">
              <a:defRPr sz="1950" b="0">
                <a:solidFill>
                  <a:srgbClr val="F2F2F2"/>
                </a:solidFill>
                <a:latin typeface="Arial"/>
                <a:ea typeface="Arial"/>
                <a:cs typeface="Arial"/>
              </a:defRPr>
            </a:lvl6pPr>
            <a:lvl7pPr algn="l">
              <a:defRPr sz="1950" b="0">
                <a:solidFill>
                  <a:srgbClr val="F2F2F2"/>
                </a:solidFill>
                <a:latin typeface="Arial"/>
                <a:ea typeface="Arial"/>
                <a:cs typeface="Arial"/>
              </a:defRPr>
            </a:lvl7pPr>
            <a:lvl8pPr algn="l">
              <a:defRPr sz="1950" b="0">
                <a:solidFill>
                  <a:srgbClr val="F2F2F2"/>
                </a:solidFill>
                <a:latin typeface="Arial"/>
                <a:ea typeface="Arial"/>
                <a:cs typeface="Arial"/>
              </a:defRPr>
            </a:lvl8pPr>
            <a:lvl9pPr algn="l">
              <a:defRPr sz="1950" b="0">
                <a:solidFill>
                  <a:srgbClr val="F2F2F2"/>
                </a:solidFill>
                <a:latin typeface="Arial"/>
                <a:ea typeface="Arial"/>
                <a:cs typeface="Arial"/>
              </a:defRPr>
            </a:lvl9pPr>
          </a:lstStyle>
          <a:p xmlns:a="http://schemas.openxmlformats.org/drawingml/2006/main">
            <a:pPr algn="l">
              <a:lnSpc>
                <a:spcPct val="118000"/>
              </a:lnSpc>
              <a:buNone/>
              <a:defRPr sz="1950" b="0">
                <a:solidFill>
                  <a:srgbClr val="F2F2F2"/>
                </a:solidFill>
                <a:latin typeface="Arial"/>
                <a:ea typeface="Arial"/>
                <a:cs typeface="Arial"/>
              </a:defRPr>
            </a:pPr>
            <a:r>
              <a:rPr sz="1950" b="0">
                <a:solidFill>
                  <a:srgbClr val="F2F2F2"/>
                </a:solidFill>
                <a:latin typeface="Arial"/>
                <a:ea typeface="Arial"/>
                <a:cs typeface="Arial"/>
              </a:rPr>
              <a:t>Pod</a:t>
            </a:r>
          </a:p>
        </p:txBody>
      </p:sp>
      <p:sp>
        <p:nvSpPr>
          <p:cNvPr id="5" name="row-description-1">
            <a:extLst xmlns:a="http://schemas.openxmlformats.org/drawingml/2006/main">
              <a:ext uri="{FF2B5EF4-FFF2-40B4-BE49-F238E27FC236}">
                <a16:creationId xmlns:a16="http://schemas.microsoft.com/office/drawing/2014/main" id="{2B1E607C-CB9D-4CCF-A6F4-1FDB619381FA}"/>
              </a:ext>
            </a:extLst>
          </p:cNvPr>
          <p:cNvSpPr>
            <a:spLocks xmlns:a="http://schemas.openxmlformats.org/drawingml/2006/main" noGrp="1"/>
          </p:cNvSpPr>
          <p:nvPr/>
        </p:nvSpPr>
        <p:spPr>
          <a:xfrm xmlns:a="http://schemas.openxmlformats.org/drawingml/2006/main">
            <a:off x="4095750" y="2809875"/>
            <a:ext cx="723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A small running unit that holds one or more containers.</a:t>
            </a:r>
          </a:p>
        </p:txBody>
      </p:sp>
      <p:sp>
        <p:nvSpPr>
          <p:cNvPr id="6" name="row-label-2">
            <a:extLst xmlns:a="http://schemas.openxmlformats.org/drawingml/2006/main">
              <a:ext uri="{FF2B5EF4-FFF2-40B4-BE49-F238E27FC236}">
                <a16:creationId xmlns:a16="http://schemas.microsoft.com/office/drawing/2014/main" id="{962036B0-B7FF-4B71-8E57-5A7EA28F9C7E}"/>
              </a:ext>
            </a:extLst>
          </p:cNvPr>
          <p:cNvSpPr>
            <a:spLocks xmlns:a="http://schemas.openxmlformats.org/drawingml/2006/main" noGrp="1"/>
          </p:cNvSpPr>
          <p:nvPr/>
        </p:nvSpPr>
        <p:spPr>
          <a:xfrm xmlns:a="http://schemas.openxmlformats.org/drawingml/2006/main">
            <a:off x="628650" y="3876675"/>
            <a:ext cx="304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F2F2F2"/>
                </a:solidFill>
                <a:latin typeface="Arial"/>
                <a:ea typeface="Arial"/>
                <a:cs typeface="Arial"/>
              </a:defRPr>
            </a:defPPr>
            <a:lvl1pPr algn="l">
              <a:defRPr sz="1950" b="0">
                <a:solidFill>
                  <a:srgbClr val="F2F2F2"/>
                </a:solidFill>
                <a:latin typeface="Arial"/>
                <a:ea typeface="Arial"/>
                <a:cs typeface="Arial"/>
              </a:defRPr>
            </a:lvl1pPr>
            <a:lvl2pPr algn="l">
              <a:defRPr sz="1950" b="0">
                <a:solidFill>
                  <a:srgbClr val="F2F2F2"/>
                </a:solidFill>
                <a:latin typeface="Arial"/>
                <a:ea typeface="Arial"/>
                <a:cs typeface="Arial"/>
              </a:defRPr>
            </a:lvl2pPr>
            <a:lvl3pPr algn="l">
              <a:defRPr sz="1950" b="0">
                <a:solidFill>
                  <a:srgbClr val="F2F2F2"/>
                </a:solidFill>
                <a:latin typeface="Arial"/>
                <a:ea typeface="Arial"/>
                <a:cs typeface="Arial"/>
              </a:defRPr>
            </a:lvl3pPr>
            <a:lvl4pPr algn="l">
              <a:defRPr sz="1950" b="0">
                <a:solidFill>
                  <a:srgbClr val="F2F2F2"/>
                </a:solidFill>
                <a:latin typeface="Arial"/>
                <a:ea typeface="Arial"/>
                <a:cs typeface="Arial"/>
              </a:defRPr>
            </a:lvl4pPr>
            <a:lvl5pPr algn="l">
              <a:defRPr sz="1950" b="0">
                <a:solidFill>
                  <a:srgbClr val="F2F2F2"/>
                </a:solidFill>
                <a:latin typeface="Arial"/>
                <a:ea typeface="Arial"/>
                <a:cs typeface="Arial"/>
              </a:defRPr>
            </a:lvl5pPr>
            <a:lvl6pPr algn="l">
              <a:defRPr sz="1950" b="0">
                <a:solidFill>
                  <a:srgbClr val="F2F2F2"/>
                </a:solidFill>
                <a:latin typeface="Arial"/>
                <a:ea typeface="Arial"/>
                <a:cs typeface="Arial"/>
              </a:defRPr>
            </a:lvl6pPr>
            <a:lvl7pPr algn="l">
              <a:defRPr sz="1950" b="0">
                <a:solidFill>
                  <a:srgbClr val="F2F2F2"/>
                </a:solidFill>
                <a:latin typeface="Arial"/>
                <a:ea typeface="Arial"/>
                <a:cs typeface="Arial"/>
              </a:defRPr>
            </a:lvl7pPr>
            <a:lvl8pPr algn="l">
              <a:defRPr sz="1950" b="0">
                <a:solidFill>
                  <a:srgbClr val="F2F2F2"/>
                </a:solidFill>
                <a:latin typeface="Arial"/>
                <a:ea typeface="Arial"/>
                <a:cs typeface="Arial"/>
              </a:defRPr>
            </a:lvl8pPr>
            <a:lvl9pPr algn="l">
              <a:defRPr sz="1950" b="0">
                <a:solidFill>
                  <a:srgbClr val="F2F2F2"/>
                </a:solidFill>
                <a:latin typeface="Arial"/>
                <a:ea typeface="Arial"/>
                <a:cs typeface="Arial"/>
              </a:defRPr>
            </a:lvl9pPr>
          </a:lstStyle>
          <a:p xmlns:a="http://schemas.openxmlformats.org/drawingml/2006/main">
            <a:pPr algn="l">
              <a:lnSpc>
                <a:spcPct val="118000"/>
              </a:lnSpc>
              <a:buNone/>
              <a:defRPr sz="1950" b="0">
                <a:solidFill>
                  <a:srgbClr val="F2F2F2"/>
                </a:solidFill>
                <a:latin typeface="Arial"/>
                <a:ea typeface="Arial"/>
                <a:cs typeface="Arial"/>
              </a:defRPr>
            </a:pPr>
            <a:r>
              <a:rPr sz="1950" b="0">
                <a:solidFill>
                  <a:srgbClr val="F2F2F2"/>
                </a:solidFill>
                <a:latin typeface="Arial"/>
                <a:ea typeface="Arial"/>
                <a:cs typeface="Arial"/>
              </a:rPr>
              <a:t>Deployment</a:t>
            </a:r>
          </a:p>
        </p:txBody>
      </p:sp>
      <p:sp>
        <p:nvSpPr>
          <p:cNvPr id="7" name="row-description-2">
            <a:extLst xmlns:a="http://schemas.openxmlformats.org/drawingml/2006/main">
              <a:ext uri="{FF2B5EF4-FFF2-40B4-BE49-F238E27FC236}">
                <a16:creationId xmlns:a16="http://schemas.microsoft.com/office/drawing/2014/main" id="{97C39A0E-D501-4EDA-BCA6-C006C8FD851F}"/>
              </a:ext>
            </a:extLst>
          </p:cNvPr>
          <p:cNvSpPr>
            <a:spLocks xmlns:a="http://schemas.openxmlformats.org/drawingml/2006/main" noGrp="1"/>
          </p:cNvSpPr>
          <p:nvPr/>
        </p:nvSpPr>
        <p:spPr>
          <a:xfrm xmlns:a="http://schemas.openxmlformats.org/drawingml/2006/main">
            <a:off x="4095750" y="3876675"/>
            <a:ext cx="723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Instructions for keeping a chosen number of application copies running.</a:t>
            </a:r>
          </a:p>
        </p:txBody>
      </p:sp>
      <p:sp>
        <p:nvSpPr>
          <p:cNvPr id="8" name="row-label-3">
            <a:extLst xmlns:a="http://schemas.openxmlformats.org/drawingml/2006/main">
              <a:ext uri="{FF2B5EF4-FFF2-40B4-BE49-F238E27FC236}">
                <a16:creationId xmlns:a16="http://schemas.microsoft.com/office/drawing/2014/main" id="{339B380B-8EBB-4997-AE16-92E380596930}"/>
              </a:ext>
            </a:extLst>
          </p:cNvPr>
          <p:cNvSpPr>
            <a:spLocks xmlns:a="http://schemas.openxmlformats.org/drawingml/2006/main" noGrp="1"/>
          </p:cNvSpPr>
          <p:nvPr/>
        </p:nvSpPr>
        <p:spPr>
          <a:xfrm xmlns:a="http://schemas.openxmlformats.org/drawingml/2006/main">
            <a:off x="628650" y="4943475"/>
            <a:ext cx="304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F2F2F2"/>
                </a:solidFill>
                <a:latin typeface="Arial"/>
                <a:ea typeface="Arial"/>
                <a:cs typeface="Arial"/>
              </a:defRPr>
            </a:defPPr>
            <a:lvl1pPr algn="l">
              <a:defRPr sz="1950" b="0">
                <a:solidFill>
                  <a:srgbClr val="F2F2F2"/>
                </a:solidFill>
                <a:latin typeface="Arial"/>
                <a:ea typeface="Arial"/>
                <a:cs typeface="Arial"/>
              </a:defRPr>
            </a:lvl1pPr>
            <a:lvl2pPr algn="l">
              <a:defRPr sz="1950" b="0">
                <a:solidFill>
                  <a:srgbClr val="F2F2F2"/>
                </a:solidFill>
                <a:latin typeface="Arial"/>
                <a:ea typeface="Arial"/>
                <a:cs typeface="Arial"/>
              </a:defRPr>
            </a:lvl2pPr>
            <a:lvl3pPr algn="l">
              <a:defRPr sz="1950" b="0">
                <a:solidFill>
                  <a:srgbClr val="F2F2F2"/>
                </a:solidFill>
                <a:latin typeface="Arial"/>
                <a:ea typeface="Arial"/>
                <a:cs typeface="Arial"/>
              </a:defRPr>
            </a:lvl3pPr>
            <a:lvl4pPr algn="l">
              <a:defRPr sz="1950" b="0">
                <a:solidFill>
                  <a:srgbClr val="F2F2F2"/>
                </a:solidFill>
                <a:latin typeface="Arial"/>
                <a:ea typeface="Arial"/>
                <a:cs typeface="Arial"/>
              </a:defRPr>
            </a:lvl4pPr>
            <a:lvl5pPr algn="l">
              <a:defRPr sz="1950" b="0">
                <a:solidFill>
                  <a:srgbClr val="F2F2F2"/>
                </a:solidFill>
                <a:latin typeface="Arial"/>
                <a:ea typeface="Arial"/>
                <a:cs typeface="Arial"/>
              </a:defRPr>
            </a:lvl5pPr>
            <a:lvl6pPr algn="l">
              <a:defRPr sz="1950" b="0">
                <a:solidFill>
                  <a:srgbClr val="F2F2F2"/>
                </a:solidFill>
                <a:latin typeface="Arial"/>
                <a:ea typeface="Arial"/>
                <a:cs typeface="Arial"/>
              </a:defRPr>
            </a:lvl6pPr>
            <a:lvl7pPr algn="l">
              <a:defRPr sz="1950" b="0">
                <a:solidFill>
                  <a:srgbClr val="F2F2F2"/>
                </a:solidFill>
                <a:latin typeface="Arial"/>
                <a:ea typeface="Arial"/>
                <a:cs typeface="Arial"/>
              </a:defRPr>
            </a:lvl7pPr>
            <a:lvl8pPr algn="l">
              <a:defRPr sz="1950" b="0">
                <a:solidFill>
                  <a:srgbClr val="F2F2F2"/>
                </a:solidFill>
                <a:latin typeface="Arial"/>
                <a:ea typeface="Arial"/>
                <a:cs typeface="Arial"/>
              </a:defRPr>
            </a:lvl8pPr>
            <a:lvl9pPr algn="l">
              <a:defRPr sz="1950" b="0">
                <a:solidFill>
                  <a:srgbClr val="F2F2F2"/>
                </a:solidFill>
                <a:latin typeface="Arial"/>
                <a:ea typeface="Arial"/>
                <a:cs typeface="Arial"/>
              </a:defRPr>
            </a:lvl9pPr>
          </a:lstStyle>
          <a:p xmlns:a="http://schemas.openxmlformats.org/drawingml/2006/main">
            <a:pPr algn="l">
              <a:lnSpc>
                <a:spcPct val="118000"/>
              </a:lnSpc>
              <a:buNone/>
              <a:defRPr sz="1950" b="0">
                <a:solidFill>
                  <a:srgbClr val="F2F2F2"/>
                </a:solidFill>
                <a:latin typeface="Arial"/>
                <a:ea typeface="Arial"/>
                <a:cs typeface="Arial"/>
              </a:defRPr>
            </a:pPr>
            <a:r>
              <a:rPr sz="1950" b="0">
                <a:solidFill>
                  <a:srgbClr val="F2F2F2"/>
                </a:solidFill>
                <a:latin typeface="Arial"/>
                <a:ea typeface="Arial"/>
                <a:cs typeface="Arial"/>
              </a:rPr>
              <a:t>Cluster and namespace</a:t>
            </a:r>
          </a:p>
        </p:txBody>
      </p:sp>
      <p:sp>
        <p:nvSpPr>
          <p:cNvPr id="9" name="row-description-3">
            <a:extLst xmlns:a="http://schemas.openxmlformats.org/drawingml/2006/main">
              <a:ext uri="{FF2B5EF4-FFF2-40B4-BE49-F238E27FC236}">
                <a16:creationId xmlns:a16="http://schemas.microsoft.com/office/drawing/2014/main" id="{AEFC25C7-F3A0-42F3-8CA8-8F7F11FCA66C}"/>
              </a:ext>
            </a:extLst>
          </p:cNvPr>
          <p:cNvSpPr>
            <a:spLocks xmlns:a="http://schemas.openxmlformats.org/drawingml/2006/main" noGrp="1"/>
          </p:cNvSpPr>
          <p:nvPr/>
        </p:nvSpPr>
        <p:spPr>
          <a:xfrm xmlns:a="http://schemas.openxmlformats.org/drawingml/2006/main">
            <a:off x="4095750" y="4943475"/>
            <a:ext cx="723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The machines that run the applications, and a named area that groups resources.</a:t>
            </a:r>
          </a:p>
        </p:txBody>
      </p:sp>
      <p:sp>
        <p:nvSpPr>
          <p:cNvPr id="10" name="page-number">
            <a:extLst xmlns:a="http://schemas.openxmlformats.org/drawingml/2006/main">
              <a:ext uri="{FF2B5EF4-FFF2-40B4-BE49-F238E27FC236}">
                <a16:creationId xmlns:a16="http://schemas.microsoft.com/office/drawing/2014/main" id="{F8916ADA-021D-4CC1-9843-6BF7DAB8692D}"/>
              </a:ext>
            </a:extLst>
          </p:cNvPr>
          <p:cNvSpPr>
            <a:spLocks xmlns:a="http://schemas.openxmlformats.org/drawingml/2006/main" noGrp="1"/>
          </p:cNvSpPr>
          <p:nvPr/>
        </p:nvSpPr>
        <p:spPr>
          <a:xfrm xmlns:a="http://schemas.openxmlformats.org/drawingml/2006/main">
            <a:off x="10763250" y="6457950"/>
            <a:ext cx="857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0">
                <a:solidFill>
                  <a:srgbClr val="9C9FA4"/>
                </a:solidFill>
                <a:latin typeface="Arial"/>
                <a:ea typeface="Arial"/>
                <a:cs typeface="Arial"/>
              </a:defRPr>
            </a:defPPr>
            <a:lvl1pPr algn="l">
              <a:defRPr sz="1050" b="0">
                <a:solidFill>
                  <a:srgbClr val="9C9FA4"/>
                </a:solidFill>
                <a:latin typeface="Arial"/>
                <a:ea typeface="Arial"/>
                <a:cs typeface="Arial"/>
              </a:defRPr>
            </a:lvl1pPr>
            <a:lvl2pPr algn="l">
              <a:defRPr sz="1050" b="0">
                <a:solidFill>
                  <a:srgbClr val="9C9FA4"/>
                </a:solidFill>
                <a:latin typeface="Arial"/>
                <a:ea typeface="Arial"/>
                <a:cs typeface="Arial"/>
              </a:defRPr>
            </a:lvl2pPr>
            <a:lvl3pPr algn="l">
              <a:defRPr sz="1050" b="0">
                <a:solidFill>
                  <a:srgbClr val="9C9FA4"/>
                </a:solidFill>
                <a:latin typeface="Arial"/>
                <a:ea typeface="Arial"/>
                <a:cs typeface="Arial"/>
              </a:defRPr>
            </a:lvl3pPr>
            <a:lvl4pPr algn="l">
              <a:defRPr sz="1050" b="0">
                <a:solidFill>
                  <a:srgbClr val="9C9FA4"/>
                </a:solidFill>
                <a:latin typeface="Arial"/>
                <a:ea typeface="Arial"/>
                <a:cs typeface="Arial"/>
              </a:defRPr>
            </a:lvl4pPr>
            <a:lvl5pPr algn="l">
              <a:defRPr sz="1050" b="0">
                <a:solidFill>
                  <a:srgbClr val="9C9FA4"/>
                </a:solidFill>
                <a:latin typeface="Arial"/>
                <a:ea typeface="Arial"/>
                <a:cs typeface="Arial"/>
              </a:defRPr>
            </a:lvl5pPr>
            <a:lvl6pPr algn="l">
              <a:defRPr sz="1050" b="0">
                <a:solidFill>
                  <a:srgbClr val="9C9FA4"/>
                </a:solidFill>
                <a:latin typeface="Arial"/>
                <a:ea typeface="Arial"/>
                <a:cs typeface="Arial"/>
              </a:defRPr>
            </a:lvl6pPr>
            <a:lvl7pPr algn="l">
              <a:defRPr sz="1050" b="0">
                <a:solidFill>
                  <a:srgbClr val="9C9FA4"/>
                </a:solidFill>
                <a:latin typeface="Arial"/>
                <a:ea typeface="Arial"/>
                <a:cs typeface="Arial"/>
              </a:defRPr>
            </a:lvl7pPr>
            <a:lvl8pPr algn="l">
              <a:defRPr sz="1050" b="0">
                <a:solidFill>
                  <a:srgbClr val="9C9FA4"/>
                </a:solidFill>
                <a:latin typeface="Arial"/>
                <a:ea typeface="Arial"/>
                <a:cs typeface="Arial"/>
              </a:defRPr>
            </a:lvl8pPr>
            <a:lvl9pPr algn="l">
              <a:defRPr sz="1050" b="0">
                <a:solidFill>
                  <a:srgbClr val="9C9FA4"/>
                </a:solidFill>
                <a:latin typeface="Arial"/>
                <a:ea typeface="Arial"/>
                <a:cs typeface="Arial"/>
              </a:defRPr>
            </a:lvl9pPr>
          </a:lstStyle>
          <a:p xmlns:a="http://schemas.openxmlformats.org/drawingml/2006/main">
            <a:pPr algn="l">
              <a:lnSpc>
                <a:spcPct val="118000"/>
              </a:lnSpc>
              <a:buNone/>
              <a:defRPr sz="1050" b="0">
                <a:solidFill>
                  <a:srgbClr val="9C9FA4"/>
                </a:solidFill>
                <a:latin typeface="Arial"/>
                <a:ea typeface="Arial"/>
                <a:cs typeface="Arial"/>
              </a:defRPr>
            </a:pPr>
            <a:r>
              <a:rPr sz="1050" b="0">
                <a:solidFill>
                  <a:srgbClr val="9C9FA4"/>
                </a:solidFill>
                <a:latin typeface="Arial"/>
                <a:ea typeface="Arial"/>
                <a:cs typeface="Arial"/>
              </a:rPr>
              <a:t>05 / 20</a:t>
            </a:r>
          </a:p>
        </p:txBody>
      </p:sp>
    </p:spTree>
    <p:extLst>
      <p:ext uri="{BB962C8B-B14F-4D97-AF65-F5344CB8AC3E}">
        <p14:creationId xmlns:p14="http://schemas.microsoft.com/office/powerpoint/2010/main" val="471007418"/>
      </p:ext>
    </p:extLst>
  </p:cSld>
</p:sld>
</file>

<file path=ppt/slides/slide6.xml><?xml version="1.0" encoding="utf-8"?>
<p:sld xmlns:p="http://schemas.openxmlformats.org/presentationml/2006/main">
  <p:cSld>
    <p:bg>
      <p:bgPr>
        <a:solidFill xmlns:a="http://schemas.openxmlformats.org/drawingml/2006/main">
          <a:srgbClr val="080808"/>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819C766F-D63C-4EE4-9A78-BBBEBBC9D36B}"/>
              </a:ext>
            </a:extLst>
          </p:cNvPr>
          <p:cNvSpPr>
            <a:spLocks xmlns:a="http://schemas.openxmlformats.org/drawingml/2006/main" noGrp="1"/>
          </p:cNvSpPr>
          <p:nvPr/>
        </p:nvSpPr>
        <p:spPr>
          <a:xfrm xmlns:a="http://schemas.openxmlformats.org/drawingml/2006/main">
            <a:off x="609600" y="466725"/>
            <a:ext cx="10858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0">
                <a:solidFill>
                  <a:srgbClr val="F2F2F2"/>
                </a:solidFill>
                <a:latin typeface="Arial"/>
                <a:ea typeface="Arial"/>
                <a:cs typeface="Arial"/>
              </a:defRPr>
            </a:defPPr>
            <a:lvl1pPr algn="l">
              <a:defRPr sz="3300" b="0">
                <a:solidFill>
                  <a:srgbClr val="F2F2F2"/>
                </a:solidFill>
                <a:latin typeface="Arial"/>
                <a:ea typeface="Arial"/>
                <a:cs typeface="Arial"/>
              </a:defRPr>
            </a:lvl1pPr>
            <a:lvl2pPr algn="l">
              <a:defRPr sz="3300" b="0">
                <a:solidFill>
                  <a:srgbClr val="F2F2F2"/>
                </a:solidFill>
                <a:latin typeface="Arial"/>
                <a:ea typeface="Arial"/>
                <a:cs typeface="Arial"/>
              </a:defRPr>
            </a:lvl2pPr>
            <a:lvl3pPr algn="l">
              <a:defRPr sz="3300" b="0">
                <a:solidFill>
                  <a:srgbClr val="F2F2F2"/>
                </a:solidFill>
                <a:latin typeface="Arial"/>
                <a:ea typeface="Arial"/>
                <a:cs typeface="Arial"/>
              </a:defRPr>
            </a:lvl3pPr>
            <a:lvl4pPr algn="l">
              <a:defRPr sz="3300" b="0">
                <a:solidFill>
                  <a:srgbClr val="F2F2F2"/>
                </a:solidFill>
                <a:latin typeface="Arial"/>
                <a:ea typeface="Arial"/>
                <a:cs typeface="Arial"/>
              </a:defRPr>
            </a:lvl4pPr>
            <a:lvl5pPr algn="l">
              <a:defRPr sz="3300" b="0">
                <a:solidFill>
                  <a:srgbClr val="F2F2F2"/>
                </a:solidFill>
                <a:latin typeface="Arial"/>
                <a:ea typeface="Arial"/>
                <a:cs typeface="Arial"/>
              </a:defRPr>
            </a:lvl5pPr>
            <a:lvl6pPr algn="l">
              <a:defRPr sz="3300" b="0">
                <a:solidFill>
                  <a:srgbClr val="F2F2F2"/>
                </a:solidFill>
                <a:latin typeface="Arial"/>
                <a:ea typeface="Arial"/>
                <a:cs typeface="Arial"/>
              </a:defRPr>
            </a:lvl6pPr>
            <a:lvl7pPr algn="l">
              <a:defRPr sz="3300" b="0">
                <a:solidFill>
                  <a:srgbClr val="F2F2F2"/>
                </a:solidFill>
                <a:latin typeface="Arial"/>
                <a:ea typeface="Arial"/>
                <a:cs typeface="Arial"/>
              </a:defRPr>
            </a:lvl7pPr>
            <a:lvl8pPr algn="l">
              <a:defRPr sz="3300" b="0">
                <a:solidFill>
                  <a:srgbClr val="F2F2F2"/>
                </a:solidFill>
                <a:latin typeface="Arial"/>
                <a:ea typeface="Arial"/>
                <a:cs typeface="Arial"/>
              </a:defRPr>
            </a:lvl8pPr>
            <a:lvl9pPr algn="l">
              <a:defRPr sz="3300" b="0">
                <a:solidFill>
                  <a:srgbClr val="F2F2F2"/>
                </a:solidFill>
                <a:latin typeface="Arial"/>
                <a:ea typeface="Arial"/>
                <a:cs typeface="Arial"/>
              </a:defRPr>
            </a:lvl9pPr>
          </a:lstStyle>
          <a:p xmlns:a="http://schemas.openxmlformats.org/drawingml/2006/main">
            <a:pPr algn="l">
              <a:lnSpc>
                <a:spcPct val="118000"/>
              </a:lnSpc>
              <a:buNone/>
              <a:defRPr sz="3300" b="0">
                <a:solidFill>
                  <a:srgbClr val="F2F2F2"/>
                </a:solidFill>
                <a:latin typeface="Arial"/>
                <a:ea typeface="Arial"/>
                <a:cs typeface="Arial"/>
              </a:defRPr>
            </a:pPr>
            <a:r>
              <a:rPr sz="3300" b="0">
                <a:solidFill>
                  <a:srgbClr val="F2F2F2"/>
                </a:solidFill>
                <a:latin typeface="Arial"/>
                <a:ea typeface="Arial"/>
                <a:cs typeface="Arial"/>
              </a:rPr>
              <a:t>Purpose and audience</a:t>
            </a:r>
          </a:p>
        </p:txBody>
      </p:sp>
      <p:sp>
        <p:nvSpPr>
          <p:cNvPr id="2" name="row-label-0">
            <a:extLst xmlns:a="http://schemas.openxmlformats.org/drawingml/2006/main">
              <a:ext uri="{FF2B5EF4-FFF2-40B4-BE49-F238E27FC236}">
                <a16:creationId xmlns:a16="http://schemas.microsoft.com/office/drawing/2014/main" id="{C3AA49A0-C835-425F-831F-68D2C3561406}"/>
              </a:ext>
            </a:extLst>
          </p:cNvPr>
          <p:cNvSpPr>
            <a:spLocks xmlns:a="http://schemas.openxmlformats.org/drawingml/2006/main" noGrp="1"/>
          </p:cNvSpPr>
          <p:nvPr/>
        </p:nvSpPr>
        <p:spPr>
          <a:xfrm xmlns:a="http://schemas.openxmlformats.org/drawingml/2006/main">
            <a:off x="628650" y="1743075"/>
            <a:ext cx="304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F2F2F2"/>
                </a:solidFill>
                <a:latin typeface="Arial"/>
                <a:ea typeface="Arial"/>
                <a:cs typeface="Arial"/>
              </a:defRPr>
            </a:defPPr>
            <a:lvl1pPr algn="l">
              <a:defRPr sz="1950" b="0">
                <a:solidFill>
                  <a:srgbClr val="F2F2F2"/>
                </a:solidFill>
                <a:latin typeface="Arial"/>
                <a:ea typeface="Arial"/>
                <a:cs typeface="Arial"/>
              </a:defRPr>
            </a:lvl1pPr>
            <a:lvl2pPr algn="l">
              <a:defRPr sz="1950" b="0">
                <a:solidFill>
                  <a:srgbClr val="F2F2F2"/>
                </a:solidFill>
                <a:latin typeface="Arial"/>
                <a:ea typeface="Arial"/>
                <a:cs typeface="Arial"/>
              </a:defRPr>
            </a:lvl2pPr>
            <a:lvl3pPr algn="l">
              <a:defRPr sz="1950" b="0">
                <a:solidFill>
                  <a:srgbClr val="F2F2F2"/>
                </a:solidFill>
                <a:latin typeface="Arial"/>
                <a:ea typeface="Arial"/>
                <a:cs typeface="Arial"/>
              </a:defRPr>
            </a:lvl3pPr>
            <a:lvl4pPr algn="l">
              <a:defRPr sz="1950" b="0">
                <a:solidFill>
                  <a:srgbClr val="F2F2F2"/>
                </a:solidFill>
                <a:latin typeface="Arial"/>
                <a:ea typeface="Arial"/>
                <a:cs typeface="Arial"/>
              </a:defRPr>
            </a:lvl4pPr>
            <a:lvl5pPr algn="l">
              <a:defRPr sz="1950" b="0">
                <a:solidFill>
                  <a:srgbClr val="F2F2F2"/>
                </a:solidFill>
                <a:latin typeface="Arial"/>
                <a:ea typeface="Arial"/>
                <a:cs typeface="Arial"/>
              </a:defRPr>
            </a:lvl5pPr>
            <a:lvl6pPr algn="l">
              <a:defRPr sz="1950" b="0">
                <a:solidFill>
                  <a:srgbClr val="F2F2F2"/>
                </a:solidFill>
                <a:latin typeface="Arial"/>
                <a:ea typeface="Arial"/>
                <a:cs typeface="Arial"/>
              </a:defRPr>
            </a:lvl6pPr>
            <a:lvl7pPr algn="l">
              <a:defRPr sz="1950" b="0">
                <a:solidFill>
                  <a:srgbClr val="F2F2F2"/>
                </a:solidFill>
                <a:latin typeface="Arial"/>
                <a:ea typeface="Arial"/>
                <a:cs typeface="Arial"/>
              </a:defRPr>
            </a:lvl7pPr>
            <a:lvl8pPr algn="l">
              <a:defRPr sz="1950" b="0">
                <a:solidFill>
                  <a:srgbClr val="F2F2F2"/>
                </a:solidFill>
                <a:latin typeface="Arial"/>
                <a:ea typeface="Arial"/>
                <a:cs typeface="Arial"/>
              </a:defRPr>
            </a:lvl8pPr>
            <a:lvl9pPr algn="l">
              <a:defRPr sz="1950" b="0">
                <a:solidFill>
                  <a:srgbClr val="F2F2F2"/>
                </a:solidFill>
                <a:latin typeface="Arial"/>
                <a:ea typeface="Arial"/>
                <a:cs typeface="Arial"/>
              </a:defRPr>
            </a:lvl9pPr>
          </a:lstStyle>
          <a:p xmlns:a="http://schemas.openxmlformats.org/drawingml/2006/main">
            <a:pPr algn="l">
              <a:lnSpc>
                <a:spcPct val="118000"/>
              </a:lnSpc>
              <a:buNone/>
              <a:defRPr sz="1950" b="0">
                <a:solidFill>
                  <a:srgbClr val="F2F2F2"/>
                </a:solidFill>
                <a:latin typeface="Arial"/>
                <a:ea typeface="Arial"/>
                <a:cs typeface="Arial"/>
              </a:defRPr>
            </a:pPr>
            <a:r>
              <a:rPr sz="1950" b="0">
                <a:solidFill>
                  <a:srgbClr val="F2F2F2"/>
                </a:solidFill>
                <a:latin typeface="Arial"/>
                <a:ea typeface="Arial"/>
                <a:cs typeface="Arial"/>
              </a:rPr>
              <a:t>Students and evaluators</a:t>
            </a:r>
          </a:p>
        </p:txBody>
      </p:sp>
      <p:sp>
        <p:nvSpPr>
          <p:cNvPr id="3" name="row-description-0">
            <a:extLst xmlns:a="http://schemas.openxmlformats.org/drawingml/2006/main">
              <a:ext uri="{FF2B5EF4-FFF2-40B4-BE49-F238E27FC236}">
                <a16:creationId xmlns:a16="http://schemas.microsoft.com/office/drawing/2014/main" id="{479CD934-5E39-416A-859A-96958FB045DF}"/>
              </a:ext>
            </a:extLst>
          </p:cNvPr>
          <p:cNvSpPr>
            <a:spLocks xmlns:a="http://schemas.openxmlformats.org/drawingml/2006/main" noGrp="1"/>
          </p:cNvSpPr>
          <p:nvPr/>
        </p:nvSpPr>
        <p:spPr>
          <a:xfrm xmlns:a="http://schemas.openxmlformats.org/drawingml/2006/main">
            <a:off x="4095750" y="1743075"/>
            <a:ext cx="723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Understand monitoring, fault detection and safe remediation through a visible demonstration.</a:t>
            </a:r>
          </a:p>
        </p:txBody>
      </p:sp>
      <p:sp>
        <p:nvSpPr>
          <p:cNvPr id="4" name="row-label-1">
            <a:extLst xmlns:a="http://schemas.openxmlformats.org/drawingml/2006/main">
              <a:ext uri="{FF2B5EF4-FFF2-40B4-BE49-F238E27FC236}">
                <a16:creationId xmlns:a16="http://schemas.microsoft.com/office/drawing/2014/main" id="{4CE4D498-3FFC-45C3-8DD5-6CF46912A8D1}"/>
              </a:ext>
            </a:extLst>
          </p:cNvPr>
          <p:cNvSpPr>
            <a:spLocks xmlns:a="http://schemas.openxmlformats.org/drawingml/2006/main" noGrp="1"/>
          </p:cNvSpPr>
          <p:nvPr/>
        </p:nvSpPr>
        <p:spPr>
          <a:xfrm xmlns:a="http://schemas.openxmlformats.org/drawingml/2006/main">
            <a:off x="628650" y="3048000"/>
            <a:ext cx="304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F2F2F2"/>
                </a:solidFill>
                <a:latin typeface="Arial"/>
                <a:ea typeface="Arial"/>
                <a:cs typeface="Arial"/>
              </a:defRPr>
            </a:defPPr>
            <a:lvl1pPr algn="l">
              <a:defRPr sz="1950" b="0">
                <a:solidFill>
                  <a:srgbClr val="F2F2F2"/>
                </a:solidFill>
                <a:latin typeface="Arial"/>
                <a:ea typeface="Arial"/>
                <a:cs typeface="Arial"/>
              </a:defRPr>
            </a:lvl1pPr>
            <a:lvl2pPr algn="l">
              <a:defRPr sz="1950" b="0">
                <a:solidFill>
                  <a:srgbClr val="F2F2F2"/>
                </a:solidFill>
                <a:latin typeface="Arial"/>
                <a:ea typeface="Arial"/>
                <a:cs typeface="Arial"/>
              </a:defRPr>
            </a:lvl2pPr>
            <a:lvl3pPr algn="l">
              <a:defRPr sz="1950" b="0">
                <a:solidFill>
                  <a:srgbClr val="F2F2F2"/>
                </a:solidFill>
                <a:latin typeface="Arial"/>
                <a:ea typeface="Arial"/>
                <a:cs typeface="Arial"/>
              </a:defRPr>
            </a:lvl3pPr>
            <a:lvl4pPr algn="l">
              <a:defRPr sz="1950" b="0">
                <a:solidFill>
                  <a:srgbClr val="F2F2F2"/>
                </a:solidFill>
                <a:latin typeface="Arial"/>
                <a:ea typeface="Arial"/>
                <a:cs typeface="Arial"/>
              </a:defRPr>
            </a:lvl4pPr>
            <a:lvl5pPr algn="l">
              <a:defRPr sz="1950" b="0">
                <a:solidFill>
                  <a:srgbClr val="F2F2F2"/>
                </a:solidFill>
                <a:latin typeface="Arial"/>
                <a:ea typeface="Arial"/>
                <a:cs typeface="Arial"/>
              </a:defRPr>
            </a:lvl5pPr>
            <a:lvl6pPr algn="l">
              <a:defRPr sz="1950" b="0">
                <a:solidFill>
                  <a:srgbClr val="F2F2F2"/>
                </a:solidFill>
                <a:latin typeface="Arial"/>
                <a:ea typeface="Arial"/>
                <a:cs typeface="Arial"/>
              </a:defRPr>
            </a:lvl6pPr>
            <a:lvl7pPr algn="l">
              <a:defRPr sz="1950" b="0">
                <a:solidFill>
                  <a:srgbClr val="F2F2F2"/>
                </a:solidFill>
                <a:latin typeface="Arial"/>
                <a:ea typeface="Arial"/>
                <a:cs typeface="Arial"/>
              </a:defRPr>
            </a:lvl7pPr>
            <a:lvl8pPr algn="l">
              <a:defRPr sz="1950" b="0">
                <a:solidFill>
                  <a:srgbClr val="F2F2F2"/>
                </a:solidFill>
                <a:latin typeface="Arial"/>
                <a:ea typeface="Arial"/>
                <a:cs typeface="Arial"/>
              </a:defRPr>
            </a:lvl8pPr>
            <a:lvl9pPr algn="l">
              <a:defRPr sz="1950" b="0">
                <a:solidFill>
                  <a:srgbClr val="F2F2F2"/>
                </a:solidFill>
                <a:latin typeface="Arial"/>
                <a:ea typeface="Arial"/>
                <a:cs typeface="Arial"/>
              </a:defRPr>
            </a:lvl9pPr>
          </a:lstStyle>
          <a:p xmlns:a="http://schemas.openxmlformats.org/drawingml/2006/main">
            <a:pPr algn="l">
              <a:lnSpc>
                <a:spcPct val="118000"/>
              </a:lnSpc>
              <a:buNone/>
              <a:defRPr sz="1950" b="0">
                <a:solidFill>
                  <a:srgbClr val="F2F2F2"/>
                </a:solidFill>
                <a:latin typeface="Arial"/>
                <a:ea typeface="Arial"/>
                <a:cs typeface="Arial"/>
              </a:defRPr>
            </a:pPr>
            <a:r>
              <a:rPr sz="1950" b="0">
                <a:solidFill>
                  <a:srgbClr val="F2F2F2"/>
                </a:solidFill>
                <a:latin typeface="Arial"/>
                <a:ea typeface="Arial"/>
                <a:cs typeface="Arial"/>
              </a:rPr>
              <a:t>Developers</a:t>
            </a:r>
          </a:p>
        </p:txBody>
      </p:sp>
      <p:sp>
        <p:nvSpPr>
          <p:cNvPr id="5" name="row-description-1">
            <a:extLst xmlns:a="http://schemas.openxmlformats.org/drawingml/2006/main">
              <a:ext uri="{FF2B5EF4-FFF2-40B4-BE49-F238E27FC236}">
                <a16:creationId xmlns:a16="http://schemas.microsoft.com/office/drawing/2014/main" id="{29BF407D-CB18-4B67-B24F-02E2CD427949}"/>
              </a:ext>
            </a:extLst>
          </p:cNvPr>
          <p:cNvSpPr>
            <a:spLocks xmlns:a="http://schemas.openxmlformats.org/drawingml/2006/main" noGrp="1"/>
          </p:cNvSpPr>
          <p:nvPr/>
        </p:nvSpPr>
        <p:spPr>
          <a:xfrm xmlns:a="http://schemas.openxmlformats.org/drawingml/2006/main">
            <a:off x="4095750" y="3048000"/>
            <a:ext cx="723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Explore how application symptoms connect to incidents and recovery decisions.</a:t>
            </a:r>
          </a:p>
        </p:txBody>
      </p:sp>
      <p:sp>
        <p:nvSpPr>
          <p:cNvPr id="6" name="row-label-2">
            <a:extLst xmlns:a="http://schemas.openxmlformats.org/drawingml/2006/main">
              <a:ext uri="{FF2B5EF4-FFF2-40B4-BE49-F238E27FC236}">
                <a16:creationId xmlns:a16="http://schemas.microsoft.com/office/drawing/2014/main" id="{7F6CC40B-F71E-4E00-BB6B-84A2503215E8}"/>
              </a:ext>
            </a:extLst>
          </p:cNvPr>
          <p:cNvSpPr>
            <a:spLocks xmlns:a="http://schemas.openxmlformats.org/drawingml/2006/main" noGrp="1"/>
          </p:cNvSpPr>
          <p:nvPr/>
        </p:nvSpPr>
        <p:spPr>
          <a:xfrm xmlns:a="http://schemas.openxmlformats.org/drawingml/2006/main">
            <a:off x="628650" y="4352925"/>
            <a:ext cx="304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F2F2F2"/>
                </a:solidFill>
                <a:latin typeface="Arial"/>
                <a:ea typeface="Arial"/>
                <a:cs typeface="Arial"/>
              </a:defRPr>
            </a:defPPr>
            <a:lvl1pPr algn="l">
              <a:defRPr sz="1950" b="0">
                <a:solidFill>
                  <a:srgbClr val="F2F2F2"/>
                </a:solidFill>
                <a:latin typeface="Arial"/>
                <a:ea typeface="Arial"/>
                <a:cs typeface="Arial"/>
              </a:defRPr>
            </a:lvl1pPr>
            <a:lvl2pPr algn="l">
              <a:defRPr sz="1950" b="0">
                <a:solidFill>
                  <a:srgbClr val="F2F2F2"/>
                </a:solidFill>
                <a:latin typeface="Arial"/>
                <a:ea typeface="Arial"/>
                <a:cs typeface="Arial"/>
              </a:defRPr>
            </a:lvl2pPr>
            <a:lvl3pPr algn="l">
              <a:defRPr sz="1950" b="0">
                <a:solidFill>
                  <a:srgbClr val="F2F2F2"/>
                </a:solidFill>
                <a:latin typeface="Arial"/>
                <a:ea typeface="Arial"/>
                <a:cs typeface="Arial"/>
              </a:defRPr>
            </a:lvl3pPr>
            <a:lvl4pPr algn="l">
              <a:defRPr sz="1950" b="0">
                <a:solidFill>
                  <a:srgbClr val="F2F2F2"/>
                </a:solidFill>
                <a:latin typeface="Arial"/>
                <a:ea typeface="Arial"/>
                <a:cs typeface="Arial"/>
              </a:defRPr>
            </a:lvl4pPr>
            <a:lvl5pPr algn="l">
              <a:defRPr sz="1950" b="0">
                <a:solidFill>
                  <a:srgbClr val="F2F2F2"/>
                </a:solidFill>
                <a:latin typeface="Arial"/>
                <a:ea typeface="Arial"/>
                <a:cs typeface="Arial"/>
              </a:defRPr>
            </a:lvl5pPr>
            <a:lvl6pPr algn="l">
              <a:defRPr sz="1950" b="0">
                <a:solidFill>
                  <a:srgbClr val="F2F2F2"/>
                </a:solidFill>
                <a:latin typeface="Arial"/>
                <a:ea typeface="Arial"/>
                <a:cs typeface="Arial"/>
              </a:defRPr>
            </a:lvl6pPr>
            <a:lvl7pPr algn="l">
              <a:defRPr sz="1950" b="0">
                <a:solidFill>
                  <a:srgbClr val="F2F2F2"/>
                </a:solidFill>
                <a:latin typeface="Arial"/>
                <a:ea typeface="Arial"/>
                <a:cs typeface="Arial"/>
              </a:defRPr>
            </a:lvl7pPr>
            <a:lvl8pPr algn="l">
              <a:defRPr sz="1950" b="0">
                <a:solidFill>
                  <a:srgbClr val="F2F2F2"/>
                </a:solidFill>
                <a:latin typeface="Arial"/>
                <a:ea typeface="Arial"/>
                <a:cs typeface="Arial"/>
              </a:defRPr>
            </a:lvl8pPr>
            <a:lvl9pPr algn="l">
              <a:defRPr sz="1950" b="0">
                <a:solidFill>
                  <a:srgbClr val="F2F2F2"/>
                </a:solidFill>
                <a:latin typeface="Arial"/>
                <a:ea typeface="Arial"/>
                <a:cs typeface="Arial"/>
              </a:defRPr>
            </a:lvl9pPr>
          </a:lstStyle>
          <a:p xmlns:a="http://schemas.openxmlformats.org/drawingml/2006/main">
            <a:pPr algn="l">
              <a:lnSpc>
                <a:spcPct val="118000"/>
              </a:lnSpc>
              <a:buNone/>
              <a:defRPr sz="1950" b="0">
                <a:solidFill>
                  <a:srgbClr val="F2F2F2"/>
                </a:solidFill>
                <a:latin typeface="Arial"/>
                <a:ea typeface="Arial"/>
                <a:cs typeface="Arial"/>
              </a:defRPr>
            </a:pPr>
            <a:r>
              <a:rPr sz="1950" b="0">
                <a:solidFill>
                  <a:srgbClr val="F2F2F2"/>
                </a:solidFill>
                <a:latin typeface="Arial"/>
                <a:ea typeface="Arial"/>
                <a:cs typeface="Arial"/>
              </a:rPr>
              <a:t>Operations engineers</a:t>
            </a:r>
          </a:p>
        </p:txBody>
      </p:sp>
      <p:sp>
        <p:nvSpPr>
          <p:cNvPr id="7" name="row-description-2">
            <a:extLst xmlns:a="http://schemas.openxmlformats.org/drawingml/2006/main">
              <a:ext uri="{FF2B5EF4-FFF2-40B4-BE49-F238E27FC236}">
                <a16:creationId xmlns:a16="http://schemas.microsoft.com/office/drawing/2014/main" id="{3E6E09EE-7B51-45EA-8119-992CA0702558}"/>
              </a:ext>
            </a:extLst>
          </p:cNvPr>
          <p:cNvSpPr>
            <a:spLocks xmlns:a="http://schemas.openxmlformats.org/drawingml/2006/main" noGrp="1"/>
          </p:cNvSpPr>
          <p:nvPr/>
        </p:nvSpPr>
        <p:spPr>
          <a:xfrm xmlns:a="http://schemas.openxmlformats.org/drawingml/2006/main">
            <a:off x="4095750" y="4352925"/>
            <a:ext cx="723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Inspect the implementation and test a limited namespace integration in a deliberate test environment.</a:t>
            </a:r>
          </a:p>
        </p:txBody>
      </p:sp>
      <p:sp>
        <p:nvSpPr>
          <p:cNvPr id="8" name="page-number">
            <a:extLst xmlns:a="http://schemas.openxmlformats.org/drawingml/2006/main">
              <a:ext uri="{FF2B5EF4-FFF2-40B4-BE49-F238E27FC236}">
                <a16:creationId xmlns:a16="http://schemas.microsoft.com/office/drawing/2014/main" id="{BDEA2C1C-00AE-43F2-A8BD-557F7999D6C8}"/>
              </a:ext>
            </a:extLst>
          </p:cNvPr>
          <p:cNvSpPr>
            <a:spLocks xmlns:a="http://schemas.openxmlformats.org/drawingml/2006/main" noGrp="1"/>
          </p:cNvSpPr>
          <p:nvPr/>
        </p:nvSpPr>
        <p:spPr>
          <a:xfrm xmlns:a="http://schemas.openxmlformats.org/drawingml/2006/main">
            <a:off x="10763250" y="6457950"/>
            <a:ext cx="857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0">
                <a:solidFill>
                  <a:srgbClr val="9C9FA4"/>
                </a:solidFill>
                <a:latin typeface="Arial"/>
                <a:ea typeface="Arial"/>
                <a:cs typeface="Arial"/>
              </a:defRPr>
            </a:defPPr>
            <a:lvl1pPr algn="l">
              <a:defRPr sz="1050" b="0">
                <a:solidFill>
                  <a:srgbClr val="9C9FA4"/>
                </a:solidFill>
                <a:latin typeface="Arial"/>
                <a:ea typeface="Arial"/>
                <a:cs typeface="Arial"/>
              </a:defRPr>
            </a:lvl1pPr>
            <a:lvl2pPr algn="l">
              <a:defRPr sz="1050" b="0">
                <a:solidFill>
                  <a:srgbClr val="9C9FA4"/>
                </a:solidFill>
                <a:latin typeface="Arial"/>
                <a:ea typeface="Arial"/>
                <a:cs typeface="Arial"/>
              </a:defRPr>
            </a:lvl2pPr>
            <a:lvl3pPr algn="l">
              <a:defRPr sz="1050" b="0">
                <a:solidFill>
                  <a:srgbClr val="9C9FA4"/>
                </a:solidFill>
                <a:latin typeface="Arial"/>
                <a:ea typeface="Arial"/>
                <a:cs typeface="Arial"/>
              </a:defRPr>
            </a:lvl3pPr>
            <a:lvl4pPr algn="l">
              <a:defRPr sz="1050" b="0">
                <a:solidFill>
                  <a:srgbClr val="9C9FA4"/>
                </a:solidFill>
                <a:latin typeface="Arial"/>
                <a:ea typeface="Arial"/>
                <a:cs typeface="Arial"/>
              </a:defRPr>
            </a:lvl4pPr>
            <a:lvl5pPr algn="l">
              <a:defRPr sz="1050" b="0">
                <a:solidFill>
                  <a:srgbClr val="9C9FA4"/>
                </a:solidFill>
                <a:latin typeface="Arial"/>
                <a:ea typeface="Arial"/>
                <a:cs typeface="Arial"/>
              </a:defRPr>
            </a:lvl5pPr>
            <a:lvl6pPr algn="l">
              <a:defRPr sz="1050" b="0">
                <a:solidFill>
                  <a:srgbClr val="9C9FA4"/>
                </a:solidFill>
                <a:latin typeface="Arial"/>
                <a:ea typeface="Arial"/>
                <a:cs typeface="Arial"/>
              </a:defRPr>
            </a:lvl6pPr>
            <a:lvl7pPr algn="l">
              <a:defRPr sz="1050" b="0">
                <a:solidFill>
                  <a:srgbClr val="9C9FA4"/>
                </a:solidFill>
                <a:latin typeface="Arial"/>
                <a:ea typeface="Arial"/>
                <a:cs typeface="Arial"/>
              </a:defRPr>
            </a:lvl7pPr>
            <a:lvl8pPr algn="l">
              <a:defRPr sz="1050" b="0">
                <a:solidFill>
                  <a:srgbClr val="9C9FA4"/>
                </a:solidFill>
                <a:latin typeface="Arial"/>
                <a:ea typeface="Arial"/>
                <a:cs typeface="Arial"/>
              </a:defRPr>
            </a:lvl8pPr>
            <a:lvl9pPr algn="l">
              <a:defRPr sz="1050" b="0">
                <a:solidFill>
                  <a:srgbClr val="9C9FA4"/>
                </a:solidFill>
                <a:latin typeface="Arial"/>
                <a:ea typeface="Arial"/>
                <a:cs typeface="Arial"/>
              </a:defRPr>
            </a:lvl9pPr>
          </a:lstStyle>
          <a:p xmlns:a="http://schemas.openxmlformats.org/drawingml/2006/main">
            <a:pPr algn="l">
              <a:lnSpc>
                <a:spcPct val="118000"/>
              </a:lnSpc>
              <a:buNone/>
              <a:defRPr sz="1050" b="0">
                <a:solidFill>
                  <a:srgbClr val="9C9FA4"/>
                </a:solidFill>
                <a:latin typeface="Arial"/>
                <a:ea typeface="Arial"/>
                <a:cs typeface="Arial"/>
              </a:defRPr>
            </a:pPr>
            <a:r>
              <a:rPr sz="1050" b="0">
                <a:solidFill>
                  <a:srgbClr val="9C9FA4"/>
                </a:solidFill>
                <a:latin typeface="Arial"/>
                <a:ea typeface="Arial"/>
                <a:cs typeface="Arial"/>
              </a:rPr>
              <a:t>06 / 20</a:t>
            </a:r>
          </a:p>
        </p:txBody>
      </p:sp>
    </p:spTree>
    <p:extLst>
      <p:ext uri="{BB962C8B-B14F-4D97-AF65-F5344CB8AC3E}">
        <p14:creationId xmlns:p14="http://schemas.microsoft.com/office/powerpoint/2010/main" val="866704326"/>
      </p:ext>
    </p:extLst>
  </p:cSld>
</p:sld>
</file>

<file path=ppt/slides/slide7.xml><?xml version="1.0" encoding="utf-8"?>
<p:sld xmlns:p="http://schemas.openxmlformats.org/presentationml/2006/main">
  <p:cSld>
    <p:bg>
      <p:bgPr>
        <a:solidFill xmlns:a="http://schemas.openxmlformats.org/drawingml/2006/main">
          <a:srgbClr val="080808"/>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A49BDB73-AF7E-43ED-BD45-E1C3F9763E64}"/>
              </a:ext>
            </a:extLst>
          </p:cNvPr>
          <p:cNvSpPr>
            <a:spLocks xmlns:a="http://schemas.openxmlformats.org/drawingml/2006/main" noGrp="1"/>
          </p:cNvSpPr>
          <p:nvPr/>
        </p:nvSpPr>
        <p:spPr>
          <a:xfrm xmlns:a="http://schemas.openxmlformats.org/drawingml/2006/main">
            <a:off x="609600" y="466725"/>
            <a:ext cx="10858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0">
                <a:solidFill>
                  <a:srgbClr val="F2F2F2"/>
                </a:solidFill>
                <a:latin typeface="Arial"/>
                <a:ea typeface="Arial"/>
                <a:cs typeface="Arial"/>
              </a:defRPr>
            </a:defPPr>
            <a:lvl1pPr algn="l">
              <a:defRPr sz="3300" b="0">
                <a:solidFill>
                  <a:srgbClr val="F2F2F2"/>
                </a:solidFill>
                <a:latin typeface="Arial"/>
                <a:ea typeface="Arial"/>
                <a:cs typeface="Arial"/>
              </a:defRPr>
            </a:lvl1pPr>
            <a:lvl2pPr algn="l">
              <a:defRPr sz="3300" b="0">
                <a:solidFill>
                  <a:srgbClr val="F2F2F2"/>
                </a:solidFill>
                <a:latin typeface="Arial"/>
                <a:ea typeface="Arial"/>
                <a:cs typeface="Arial"/>
              </a:defRPr>
            </a:lvl2pPr>
            <a:lvl3pPr algn="l">
              <a:defRPr sz="3300" b="0">
                <a:solidFill>
                  <a:srgbClr val="F2F2F2"/>
                </a:solidFill>
                <a:latin typeface="Arial"/>
                <a:ea typeface="Arial"/>
                <a:cs typeface="Arial"/>
              </a:defRPr>
            </a:lvl3pPr>
            <a:lvl4pPr algn="l">
              <a:defRPr sz="3300" b="0">
                <a:solidFill>
                  <a:srgbClr val="F2F2F2"/>
                </a:solidFill>
                <a:latin typeface="Arial"/>
                <a:ea typeface="Arial"/>
                <a:cs typeface="Arial"/>
              </a:defRPr>
            </a:lvl4pPr>
            <a:lvl5pPr algn="l">
              <a:defRPr sz="3300" b="0">
                <a:solidFill>
                  <a:srgbClr val="F2F2F2"/>
                </a:solidFill>
                <a:latin typeface="Arial"/>
                <a:ea typeface="Arial"/>
                <a:cs typeface="Arial"/>
              </a:defRPr>
            </a:lvl5pPr>
            <a:lvl6pPr algn="l">
              <a:defRPr sz="3300" b="0">
                <a:solidFill>
                  <a:srgbClr val="F2F2F2"/>
                </a:solidFill>
                <a:latin typeface="Arial"/>
                <a:ea typeface="Arial"/>
                <a:cs typeface="Arial"/>
              </a:defRPr>
            </a:lvl6pPr>
            <a:lvl7pPr algn="l">
              <a:defRPr sz="3300" b="0">
                <a:solidFill>
                  <a:srgbClr val="F2F2F2"/>
                </a:solidFill>
                <a:latin typeface="Arial"/>
                <a:ea typeface="Arial"/>
                <a:cs typeface="Arial"/>
              </a:defRPr>
            </a:lvl7pPr>
            <a:lvl8pPr algn="l">
              <a:defRPr sz="3300" b="0">
                <a:solidFill>
                  <a:srgbClr val="F2F2F2"/>
                </a:solidFill>
                <a:latin typeface="Arial"/>
                <a:ea typeface="Arial"/>
                <a:cs typeface="Arial"/>
              </a:defRPr>
            </a:lvl8pPr>
            <a:lvl9pPr algn="l">
              <a:defRPr sz="3300" b="0">
                <a:solidFill>
                  <a:srgbClr val="F2F2F2"/>
                </a:solidFill>
                <a:latin typeface="Arial"/>
                <a:ea typeface="Arial"/>
                <a:cs typeface="Arial"/>
              </a:defRPr>
            </a:lvl9pPr>
          </a:lstStyle>
          <a:p xmlns:a="http://schemas.openxmlformats.org/drawingml/2006/main">
            <a:pPr algn="l">
              <a:lnSpc>
                <a:spcPct val="118000"/>
              </a:lnSpc>
              <a:buNone/>
              <a:defRPr sz="3300" b="0">
                <a:solidFill>
                  <a:srgbClr val="F2F2F2"/>
                </a:solidFill>
                <a:latin typeface="Arial"/>
                <a:ea typeface="Arial"/>
                <a:cs typeface="Arial"/>
              </a:defRPr>
            </a:pPr>
            <a:r>
              <a:rPr sz="3300" b="0">
                <a:solidFill>
                  <a:srgbClr val="F2F2F2"/>
                </a:solidFill>
                <a:latin typeface="Arial"/>
                <a:ea typeface="Arial"/>
                <a:cs typeface="Arial"/>
              </a:rPr>
              <a:t>The main building blocks</a:t>
            </a:r>
          </a:p>
        </p:txBody>
      </p:sp>
      <p:sp>
        <p:nvSpPr>
          <p:cNvPr id="2" name="row-label-0">
            <a:extLst xmlns:a="http://schemas.openxmlformats.org/drawingml/2006/main">
              <a:ext uri="{FF2B5EF4-FFF2-40B4-BE49-F238E27FC236}">
                <a16:creationId xmlns:a16="http://schemas.microsoft.com/office/drawing/2014/main" id="{18C1F7CF-D39F-4FBF-953A-2D55EB853046}"/>
              </a:ext>
            </a:extLst>
          </p:cNvPr>
          <p:cNvSpPr>
            <a:spLocks xmlns:a="http://schemas.openxmlformats.org/drawingml/2006/main" noGrp="1"/>
          </p:cNvSpPr>
          <p:nvPr/>
        </p:nvSpPr>
        <p:spPr>
          <a:xfrm xmlns:a="http://schemas.openxmlformats.org/drawingml/2006/main">
            <a:off x="628650" y="1743075"/>
            <a:ext cx="304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F2F2F2"/>
                </a:solidFill>
                <a:latin typeface="Arial"/>
                <a:ea typeface="Arial"/>
                <a:cs typeface="Arial"/>
              </a:defRPr>
            </a:defPPr>
            <a:lvl1pPr algn="l">
              <a:defRPr sz="1950" b="0">
                <a:solidFill>
                  <a:srgbClr val="F2F2F2"/>
                </a:solidFill>
                <a:latin typeface="Arial"/>
                <a:ea typeface="Arial"/>
                <a:cs typeface="Arial"/>
              </a:defRPr>
            </a:lvl1pPr>
            <a:lvl2pPr algn="l">
              <a:defRPr sz="1950" b="0">
                <a:solidFill>
                  <a:srgbClr val="F2F2F2"/>
                </a:solidFill>
                <a:latin typeface="Arial"/>
                <a:ea typeface="Arial"/>
                <a:cs typeface="Arial"/>
              </a:defRPr>
            </a:lvl2pPr>
            <a:lvl3pPr algn="l">
              <a:defRPr sz="1950" b="0">
                <a:solidFill>
                  <a:srgbClr val="F2F2F2"/>
                </a:solidFill>
                <a:latin typeface="Arial"/>
                <a:ea typeface="Arial"/>
                <a:cs typeface="Arial"/>
              </a:defRPr>
            </a:lvl3pPr>
            <a:lvl4pPr algn="l">
              <a:defRPr sz="1950" b="0">
                <a:solidFill>
                  <a:srgbClr val="F2F2F2"/>
                </a:solidFill>
                <a:latin typeface="Arial"/>
                <a:ea typeface="Arial"/>
                <a:cs typeface="Arial"/>
              </a:defRPr>
            </a:lvl4pPr>
            <a:lvl5pPr algn="l">
              <a:defRPr sz="1950" b="0">
                <a:solidFill>
                  <a:srgbClr val="F2F2F2"/>
                </a:solidFill>
                <a:latin typeface="Arial"/>
                <a:ea typeface="Arial"/>
                <a:cs typeface="Arial"/>
              </a:defRPr>
            </a:lvl5pPr>
            <a:lvl6pPr algn="l">
              <a:defRPr sz="1950" b="0">
                <a:solidFill>
                  <a:srgbClr val="F2F2F2"/>
                </a:solidFill>
                <a:latin typeface="Arial"/>
                <a:ea typeface="Arial"/>
                <a:cs typeface="Arial"/>
              </a:defRPr>
            </a:lvl6pPr>
            <a:lvl7pPr algn="l">
              <a:defRPr sz="1950" b="0">
                <a:solidFill>
                  <a:srgbClr val="F2F2F2"/>
                </a:solidFill>
                <a:latin typeface="Arial"/>
                <a:ea typeface="Arial"/>
                <a:cs typeface="Arial"/>
              </a:defRPr>
            </a:lvl7pPr>
            <a:lvl8pPr algn="l">
              <a:defRPr sz="1950" b="0">
                <a:solidFill>
                  <a:srgbClr val="F2F2F2"/>
                </a:solidFill>
                <a:latin typeface="Arial"/>
                <a:ea typeface="Arial"/>
                <a:cs typeface="Arial"/>
              </a:defRPr>
            </a:lvl8pPr>
            <a:lvl9pPr algn="l">
              <a:defRPr sz="1950" b="0">
                <a:solidFill>
                  <a:srgbClr val="F2F2F2"/>
                </a:solidFill>
                <a:latin typeface="Arial"/>
                <a:ea typeface="Arial"/>
                <a:cs typeface="Arial"/>
              </a:defRPr>
            </a:lvl9pPr>
          </a:lstStyle>
          <a:p xmlns:a="http://schemas.openxmlformats.org/drawingml/2006/main">
            <a:pPr algn="l">
              <a:lnSpc>
                <a:spcPct val="118000"/>
              </a:lnSpc>
              <a:buNone/>
              <a:defRPr sz="1950" b="0">
                <a:solidFill>
                  <a:srgbClr val="F2F2F2"/>
                </a:solidFill>
                <a:latin typeface="Arial"/>
                <a:ea typeface="Arial"/>
                <a:cs typeface="Arial"/>
              </a:defRPr>
            </a:pPr>
            <a:r>
              <a:rPr sz="1950" b="0">
                <a:solidFill>
                  <a:srgbClr val="F2F2F2"/>
                </a:solidFill>
                <a:latin typeface="Arial"/>
                <a:ea typeface="Arial"/>
                <a:cs typeface="Arial"/>
              </a:rPr>
              <a:t>Dashboard</a:t>
            </a:r>
          </a:p>
        </p:txBody>
      </p:sp>
      <p:sp>
        <p:nvSpPr>
          <p:cNvPr id="3" name="row-description-0">
            <a:extLst xmlns:a="http://schemas.openxmlformats.org/drawingml/2006/main">
              <a:ext uri="{FF2B5EF4-FFF2-40B4-BE49-F238E27FC236}">
                <a16:creationId xmlns:a16="http://schemas.microsoft.com/office/drawing/2014/main" id="{4E94DA02-87C3-44BB-B43B-65614406743B}"/>
              </a:ext>
            </a:extLst>
          </p:cNvPr>
          <p:cNvSpPr>
            <a:spLocks xmlns:a="http://schemas.openxmlformats.org/drawingml/2006/main" noGrp="1"/>
          </p:cNvSpPr>
          <p:nvPr/>
        </p:nvSpPr>
        <p:spPr>
          <a:xfrm xmlns:a="http://schemas.openxmlformats.org/drawingml/2006/main">
            <a:off x="4095750" y="1743075"/>
            <a:ext cx="723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The React interface where people inspect resources, incidents and decisions.</a:t>
            </a:r>
          </a:p>
        </p:txBody>
      </p:sp>
      <p:sp>
        <p:nvSpPr>
          <p:cNvPr id="4" name="row-label-1">
            <a:extLst xmlns:a="http://schemas.openxmlformats.org/drawingml/2006/main">
              <a:ext uri="{FF2B5EF4-FFF2-40B4-BE49-F238E27FC236}">
                <a16:creationId xmlns:a16="http://schemas.microsoft.com/office/drawing/2014/main" id="{1295C1C8-D38E-4E94-8FE6-BC68A61801E7}"/>
              </a:ext>
            </a:extLst>
          </p:cNvPr>
          <p:cNvSpPr>
            <a:spLocks xmlns:a="http://schemas.openxmlformats.org/drawingml/2006/main" noGrp="1"/>
          </p:cNvSpPr>
          <p:nvPr/>
        </p:nvSpPr>
        <p:spPr>
          <a:xfrm xmlns:a="http://schemas.openxmlformats.org/drawingml/2006/main">
            <a:off x="628650" y="2809875"/>
            <a:ext cx="304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F2F2F2"/>
                </a:solidFill>
                <a:latin typeface="Arial"/>
                <a:ea typeface="Arial"/>
                <a:cs typeface="Arial"/>
              </a:defRPr>
            </a:defPPr>
            <a:lvl1pPr algn="l">
              <a:defRPr sz="1950" b="0">
                <a:solidFill>
                  <a:srgbClr val="F2F2F2"/>
                </a:solidFill>
                <a:latin typeface="Arial"/>
                <a:ea typeface="Arial"/>
                <a:cs typeface="Arial"/>
              </a:defRPr>
            </a:lvl1pPr>
            <a:lvl2pPr algn="l">
              <a:defRPr sz="1950" b="0">
                <a:solidFill>
                  <a:srgbClr val="F2F2F2"/>
                </a:solidFill>
                <a:latin typeface="Arial"/>
                <a:ea typeface="Arial"/>
                <a:cs typeface="Arial"/>
              </a:defRPr>
            </a:lvl2pPr>
            <a:lvl3pPr algn="l">
              <a:defRPr sz="1950" b="0">
                <a:solidFill>
                  <a:srgbClr val="F2F2F2"/>
                </a:solidFill>
                <a:latin typeface="Arial"/>
                <a:ea typeface="Arial"/>
                <a:cs typeface="Arial"/>
              </a:defRPr>
            </a:lvl3pPr>
            <a:lvl4pPr algn="l">
              <a:defRPr sz="1950" b="0">
                <a:solidFill>
                  <a:srgbClr val="F2F2F2"/>
                </a:solidFill>
                <a:latin typeface="Arial"/>
                <a:ea typeface="Arial"/>
                <a:cs typeface="Arial"/>
              </a:defRPr>
            </a:lvl4pPr>
            <a:lvl5pPr algn="l">
              <a:defRPr sz="1950" b="0">
                <a:solidFill>
                  <a:srgbClr val="F2F2F2"/>
                </a:solidFill>
                <a:latin typeface="Arial"/>
                <a:ea typeface="Arial"/>
                <a:cs typeface="Arial"/>
              </a:defRPr>
            </a:lvl5pPr>
            <a:lvl6pPr algn="l">
              <a:defRPr sz="1950" b="0">
                <a:solidFill>
                  <a:srgbClr val="F2F2F2"/>
                </a:solidFill>
                <a:latin typeface="Arial"/>
                <a:ea typeface="Arial"/>
                <a:cs typeface="Arial"/>
              </a:defRPr>
            </a:lvl6pPr>
            <a:lvl7pPr algn="l">
              <a:defRPr sz="1950" b="0">
                <a:solidFill>
                  <a:srgbClr val="F2F2F2"/>
                </a:solidFill>
                <a:latin typeface="Arial"/>
                <a:ea typeface="Arial"/>
                <a:cs typeface="Arial"/>
              </a:defRPr>
            </a:lvl7pPr>
            <a:lvl8pPr algn="l">
              <a:defRPr sz="1950" b="0">
                <a:solidFill>
                  <a:srgbClr val="F2F2F2"/>
                </a:solidFill>
                <a:latin typeface="Arial"/>
                <a:ea typeface="Arial"/>
                <a:cs typeface="Arial"/>
              </a:defRPr>
            </a:lvl8pPr>
            <a:lvl9pPr algn="l">
              <a:defRPr sz="1950" b="0">
                <a:solidFill>
                  <a:srgbClr val="F2F2F2"/>
                </a:solidFill>
                <a:latin typeface="Arial"/>
                <a:ea typeface="Arial"/>
                <a:cs typeface="Arial"/>
              </a:defRPr>
            </a:lvl9pPr>
          </a:lstStyle>
          <a:p xmlns:a="http://schemas.openxmlformats.org/drawingml/2006/main">
            <a:pPr algn="l">
              <a:lnSpc>
                <a:spcPct val="118000"/>
              </a:lnSpc>
              <a:buNone/>
              <a:defRPr sz="1950" b="0">
                <a:solidFill>
                  <a:srgbClr val="F2F2F2"/>
                </a:solidFill>
                <a:latin typeface="Arial"/>
                <a:ea typeface="Arial"/>
                <a:cs typeface="Arial"/>
              </a:defRPr>
            </a:pPr>
            <a:r>
              <a:rPr sz="1950" b="0">
                <a:solidFill>
                  <a:srgbClr val="F2F2F2"/>
                </a:solidFill>
                <a:latin typeface="Arial"/>
                <a:ea typeface="Arial"/>
                <a:cs typeface="Arial"/>
              </a:rPr>
              <a:t>Backend and storage</a:t>
            </a:r>
          </a:p>
        </p:txBody>
      </p:sp>
      <p:sp>
        <p:nvSpPr>
          <p:cNvPr id="5" name="row-description-1">
            <a:extLst xmlns:a="http://schemas.openxmlformats.org/drawingml/2006/main">
              <a:ext uri="{FF2B5EF4-FFF2-40B4-BE49-F238E27FC236}">
                <a16:creationId xmlns:a16="http://schemas.microsoft.com/office/drawing/2014/main" id="{B1A9295E-9165-468F-B04C-2156615E2CE5}"/>
              </a:ext>
            </a:extLst>
          </p:cNvPr>
          <p:cNvSpPr>
            <a:spLocks xmlns:a="http://schemas.openxmlformats.org/drawingml/2006/main" noGrp="1"/>
          </p:cNvSpPr>
          <p:nvPr/>
        </p:nvSpPr>
        <p:spPr>
          <a:xfrm xmlns:a="http://schemas.openxmlformats.org/drawingml/2006/main">
            <a:off x="4095750" y="2809875"/>
            <a:ext cx="723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FastAPI coordinates the workflow. SQLite or MongoDB keeps records in the local system.</a:t>
            </a:r>
          </a:p>
        </p:txBody>
      </p:sp>
      <p:sp>
        <p:nvSpPr>
          <p:cNvPr id="6" name="row-label-2">
            <a:extLst xmlns:a="http://schemas.openxmlformats.org/drawingml/2006/main">
              <a:ext uri="{FF2B5EF4-FFF2-40B4-BE49-F238E27FC236}">
                <a16:creationId xmlns:a16="http://schemas.microsoft.com/office/drawing/2014/main" id="{FCF196D6-C67B-4F02-BACB-993C87485F98}"/>
              </a:ext>
            </a:extLst>
          </p:cNvPr>
          <p:cNvSpPr>
            <a:spLocks xmlns:a="http://schemas.openxmlformats.org/drawingml/2006/main" noGrp="1"/>
          </p:cNvSpPr>
          <p:nvPr/>
        </p:nvSpPr>
        <p:spPr>
          <a:xfrm xmlns:a="http://schemas.openxmlformats.org/drawingml/2006/main">
            <a:off x="628650" y="3876675"/>
            <a:ext cx="304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F2F2F2"/>
                </a:solidFill>
                <a:latin typeface="Arial"/>
                <a:ea typeface="Arial"/>
                <a:cs typeface="Arial"/>
              </a:defRPr>
            </a:defPPr>
            <a:lvl1pPr algn="l">
              <a:defRPr sz="1950" b="0">
                <a:solidFill>
                  <a:srgbClr val="F2F2F2"/>
                </a:solidFill>
                <a:latin typeface="Arial"/>
                <a:ea typeface="Arial"/>
                <a:cs typeface="Arial"/>
              </a:defRPr>
            </a:lvl1pPr>
            <a:lvl2pPr algn="l">
              <a:defRPr sz="1950" b="0">
                <a:solidFill>
                  <a:srgbClr val="F2F2F2"/>
                </a:solidFill>
                <a:latin typeface="Arial"/>
                <a:ea typeface="Arial"/>
                <a:cs typeface="Arial"/>
              </a:defRPr>
            </a:lvl2pPr>
            <a:lvl3pPr algn="l">
              <a:defRPr sz="1950" b="0">
                <a:solidFill>
                  <a:srgbClr val="F2F2F2"/>
                </a:solidFill>
                <a:latin typeface="Arial"/>
                <a:ea typeface="Arial"/>
                <a:cs typeface="Arial"/>
              </a:defRPr>
            </a:lvl3pPr>
            <a:lvl4pPr algn="l">
              <a:defRPr sz="1950" b="0">
                <a:solidFill>
                  <a:srgbClr val="F2F2F2"/>
                </a:solidFill>
                <a:latin typeface="Arial"/>
                <a:ea typeface="Arial"/>
                <a:cs typeface="Arial"/>
              </a:defRPr>
            </a:lvl4pPr>
            <a:lvl5pPr algn="l">
              <a:defRPr sz="1950" b="0">
                <a:solidFill>
                  <a:srgbClr val="F2F2F2"/>
                </a:solidFill>
                <a:latin typeface="Arial"/>
                <a:ea typeface="Arial"/>
                <a:cs typeface="Arial"/>
              </a:defRPr>
            </a:lvl5pPr>
            <a:lvl6pPr algn="l">
              <a:defRPr sz="1950" b="0">
                <a:solidFill>
                  <a:srgbClr val="F2F2F2"/>
                </a:solidFill>
                <a:latin typeface="Arial"/>
                <a:ea typeface="Arial"/>
                <a:cs typeface="Arial"/>
              </a:defRPr>
            </a:lvl6pPr>
            <a:lvl7pPr algn="l">
              <a:defRPr sz="1950" b="0">
                <a:solidFill>
                  <a:srgbClr val="F2F2F2"/>
                </a:solidFill>
                <a:latin typeface="Arial"/>
                <a:ea typeface="Arial"/>
                <a:cs typeface="Arial"/>
              </a:defRPr>
            </a:lvl7pPr>
            <a:lvl8pPr algn="l">
              <a:defRPr sz="1950" b="0">
                <a:solidFill>
                  <a:srgbClr val="F2F2F2"/>
                </a:solidFill>
                <a:latin typeface="Arial"/>
                <a:ea typeface="Arial"/>
                <a:cs typeface="Arial"/>
              </a:defRPr>
            </a:lvl8pPr>
            <a:lvl9pPr algn="l">
              <a:defRPr sz="1950" b="0">
                <a:solidFill>
                  <a:srgbClr val="F2F2F2"/>
                </a:solidFill>
                <a:latin typeface="Arial"/>
                <a:ea typeface="Arial"/>
                <a:cs typeface="Arial"/>
              </a:defRPr>
            </a:lvl9pPr>
          </a:lstStyle>
          <a:p xmlns:a="http://schemas.openxmlformats.org/drawingml/2006/main">
            <a:pPr algn="l">
              <a:lnSpc>
                <a:spcPct val="118000"/>
              </a:lnSpc>
              <a:buNone/>
              <a:defRPr sz="1950" b="0">
                <a:solidFill>
                  <a:srgbClr val="F2F2F2"/>
                </a:solidFill>
                <a:latin typeface="Arial"/>
                <a:ea typeface="Arial"/>
                <a:cs typeface="Arial"/>
              </a:defRPr>
            </a:pPr>
            <a:r>
              <a:rPr sz="1950" b="0">
                <a:solidFill>
                  <a:srgbClr val="F2F2F2"/>
                </a:solidFill>
                <a:latin typeface="Arial"/>
                <a:ea typeface="Arial"/>
                <a:cs typeface="Arial"/>
              </a:rPr>
              <a:t>Detection service</a:t>
            </a:r>
          </a:p>
        </p:txBody>
      </p:sp>
      <p:sp>
        <p:nvSpPr>
          <p:cNvPr id="7" name="row-description-2">
            <a:extLst xmlns:a="http://schemas.openxmlformats.org/drawingml/2006/main">
              <a:ext uri="{FF2B5EF4-FFF2-40B4-BE49-F238E27FC236}">
                <a16:creationId xmlns:a16="http://schemas.microsoft.com/office/drawing/2014/main" id="{C494E470-BBAB-4448-BFF9-FF5B531A4132}"/>
              </a:ext>
            </a:extLst>
          </p:cNvPr>
          <p:cNvSpPr>
            <a:spLocks xmlns:a="http://schemas.openxmlformats.org/drawingml/2006/main" noGrp="1"/>
          </p:cNvSpPr>
          <p:nvPr/>
        </p:nvSpPr>
        <p:spPr>
          <a:xfrm xmlns:a="http://schemas.openxmlformats.org/drawingml/2006/main">
            <a:off x="4095750" y="3876675"/>
            <a:ext cx="723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A trained Isolation Forest can inspect complete metric inputs. Transparent rules provide guards and fallback.</a:t>
            </a:r>
          </a:p>
        </p:txBody>
      </p:sp>
      <p:sp>
        <p:nvSpPr>
          <p:cNvPr id="8" name="row-label-3">
            <a:extLst xmlns:a="http://schemas.openxmlformats.org/drawingml/2006/main">
              <a:ext uri="{FF2B5EF4-FFF2-40B4-BE49-F238E27FC236}">
                <a16:creationId xmlns:a16="http://schemas.microsoft.com/office/drawing/2014/main" id="{E8EF1923-5B7E-4607-B7FF-C5CE2C4405D7}"/>
              </a:ext>
            </a:extLst>
          </p:cNvPr>
          <p:cNvSpPr>
            <a:spLocks xmlns:a="http://schemas.openxmlformats.org/drawingml/2006/main" noGrp="1"/>
          </p:cNvSpPr>
          <p:nvPr/>
        </p:nvSpPr>
        <p:spPr>
          <a:xfrm xmlns:a="http://schemas.openxmlformats.org/drawingml/2006/main">
            <a:off x="628650" y="4943475"/>
            <a:ext cx="304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F2F2F2"/>
                </a:solidFill>
                <a:latin typeface="Arial"/>
                <a:ea typeface="Arial"/>
                <a:cs typeface="Arial"/>
              </a:defRPr>
            </a:defPPr>
            <a:lvl1pPr algn="l">
              <a:defRPr sz="1950" b="0">
                <a:solidFill>
                  <a:srgbClr val="F2F2F2"/>
                </a:solidFill>
                <a:latin typeface="Arial"/>
                <a:ea typeface="Arial"/>
                <a:cs typeface="Arial"/>
              </a:defRPr>
            </a:lvl1pPr>
            <a:lvl2pPr algn="l">
              <a:defRPr sz="1950" b="0">
                <a:solidFill>
                  <a:srgbClr val="F2F2F2"/>
                </a:solidFill>
                <a:latin typeface="Arial"/>
                <a:ea typeface="Arial"/>
                <a:cs typeface="Arial"/>
              </a:defRPr>
            </a:lvl2pPr>
            <a:lvl3pPr algn="l">
              <a:defRPr sz="1950" b="0">
                <a:solidFill>
                  <a:srgbClr val="F2F2F2"/>
                </a:solidFill>
                <a:latin typeface="Arial"/>
                <a:ea typeface="Arial"/>
                <a:cs typeface="Arial"/>
              </a:defRPr>
            </a:lvl3pPr>
            <a:lvl4pPr algn="l">
              <a:defRPr sz="1950" b="0">
                <a:solidFill>
                  <a:srgbClr val="F2F2F2"/>
                </a:solidFill>
                <a:latin typeface="Arial"/>
                <a:ea typeface="Arial"/>
                <a:cs typeface="Arial"/>
              </a:defRPr>
            </a:lvl4pPr>
            <a:lvl5pPr algn="l">
              <a:defRPr sz="1950" b="0">
                <a:solidFill>
                  <a:srgbClr val="F2F2F2"/>
                </a:solidFill>
                <a:latin typeface="Arial"/>
                <a:ea typeface="Arial"/>
                <a:cs typeface="Arial"/>
              </a:defRPr>
            </a:lvl5pPr>
            <a:lvl6pPr algn="l">
              <a:defRPr sz="1950" b="0">
                <a:solidFill>
                  <a:srgbClr val="F2F2F2"/>
                </a:solidFill>
                <a:latin typeface="Arial"/>
                <a:ea typeface="Arial"/>
                <a:cs typeface="Arial"/>
              </a:defRPr>
            </a:lvl6pPr>
            <a:lvl7pPr algn="l">
              <a:defRPr sz="1950" b="0">
                <a:solidFill>
                  <a:srgbClr val="F2F2F2"/>
                </a:solidFill>
                <a:latin typeface="Arial"/>
                <a:ea typeface="Arial"/>
                <a:cs typeface="Arial"/>
              </a:defRPr>
            </a:lvl7pPr>
            <a:lvl8pPr algn="l">
              <a:defRPr sz="1950" b="0">
                <a:solidFill>
                  <a:srgbClr val="F2F2F2"/>
                </a:solidFill>
                <a:latin typeface="Arial"/>
                <a:ea typeface="Arial"/>
                <a:cs typeface="Arial"/>
              </a:defRPr>
            </a:lvl8pPr>
            <a:lvl9pPr algn="l">
              <a:defRPr sz="1950" b="0">
                <a:solidFill>
                  <a:srgbClr val="F2F2F2"/>
                </a:solidFill>
                <a:latin typeface="Arial"/>
                <a:ea typeface="Arial"/>
                <a:cs typeface="Arial"/>
              </a:defRPr>
            </a:lvl9pPr>
          </a:lstStyle>
          <a:p xmlns:a="http://schemas.openxmlformats.org/drawingml/2006/main">
            <a:pPr algn="l">
              <a:lnSpc>
                <a:spcPct val="118000"/>
              </a:lnSpc>
              <a:buNone/>
              <a:defRPr sz="1950" b="0">
                <a:solidFill>
                  <a:srgbClr val="F2F2F2"/>
                </a:solidFill>
                <a:latin typeface="Arial"/>
                <a:ea typeface="Arial"/>
                <a:cs typeface="Arial"/>
              </a:defRPr>
            </a:pPr>
            <a:r>
              <a:rPr sz="1950" b="0">
                <a:solidFill>
                  <a:srgbClr val="F2F2F2"/>
                </a:solidFill>
                <a:latin typeface="Arial"/>
                <a:ea typeface="Arial"/>
                <a:cs typeface="Arial"/>
              </a:rPr>
              <a:t>Kubernetes adapter</a:t>
            </a:r>
          </a:p>
        </p:txBody>
      </p:sp>
      <p:sp>
        <p:nvSpPr>
          <p:cNvPr id="9" name="row-description-3">
            <a:extLst xmlns:a="http://schemas.openxmlformats.org/drawingml/2006/main">
              <a:ext uri="{FF2B5EF4-FFF2-40B4-BE49-F238E27FC236}">
                <a16:creationId xmlns:a16="http://schemas.microsoft.com/office/drawing/2014/main" id="{28F6FEEB-3B09-40F3-955F-1B93964D7832}"/>
              </a:ext>
            </a:extLst>
          </p:cNvPr>
          <p:cNvSpPr>
            <a:spLocks xmlns:a="http://schemas.openxmlformats.org/drawingml/2006/main" noGrp="1"/>
          </p:cNvSpPr>
          <p:nvPr/>
        </p:nvSpPr>
        <p:spPr>
          <a:xfrm xmlns:a="http://schemas.openxmlformats.org/drawingml/2006/main">
            <a:off x="4095750" y="4943475"/>
            <a:ext cx="723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An optional, restricted connection for Deployment restart or scaling after policy checks.</a:t>
            </a:r>
          </a:p>
        </p:txBody>
      </p:sp>
      <p:sp>
        <p:nvSpPr>
          <p:cNvPr id="10" name="page-number">
            <a:extLst xmlns:a="http://schemas.openxmlformats.org/drawingml/2006/main">
              <a:ext uri="{FF2B5EF4-FFF2-40B4-BE49-F238E27FC236}">
                <a16:creationId xmlns:a16="http://schemas.microsoft.com/office/drawing/2014/main" id="{5D56CF96-221F-4F7A-89A3-252D240C15DC}"/>
              </a:ext>
            </a:extLst>
          </p:cNvPr>
          <p:cNvSpPr>
            <a:spLocks xmlns:a="http://schemas.openxmlformats.org/drawingml/2006/main" noGrp="1"/>
          </p:cNvSpPr>
          <p:nvPr/>
        </p:nvSpPr>
        <p:spPr>
          <a:xfrm xmlns:a="http://schemas.openxmlformats.org/drawingml/2006/main">
            <a:off x="10763250" y="6457950"/>
            <a:ext cx="857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0">
                <a:solidFill>
                  <a:srgbClr val="9C9FA4"/>
                </a:solidFill>
                <a:latin typeface="Arial"/>
                <a:ea typeface="Arial"/>
                <a:cs typeface="Arial"/>
              </a:defRPr>
            </a:defPPr>
            <a:lvl1pPr algn="l">
              <a:defRPr sz="1050" b="0">
                <a:solidFill>
                  <a:srgbClr val="9C9FA4"/>
                </a:solidFill>
                <a:latin typeface="Arial"/>
                <a:ea typeface="Arial"/>
                <a:cs typeface="Arial"/>
              </a:defRPr>
            </a:lvl1pPr>
            <a:lvl2pPr algn="l">
              <a:defRPr sz="1050" b="0">
                <a:solidFill>
                  <a:srgbClr val="9C9FA4"/>
                </a:solidFill>
                <a:latin typeface="Arial"/>
                <a:ea typeface="Arial"/>
                <a:cs typeface="Arial"/>
              </a:defRPr>
            </a:lvl2pPr>
            <a:lvl3pPr algn="l">
              <a:defRPr sz="1050" b="0">
                <a:solidFill>
                  <a:srgbClr val="9C9FA4"/>
                </a:solidFill>
                <a:latin typeface="Arial"/>
                <a:ea typeface="Arial"/>
                <a:cs typeface="Arial"/>
              </a:defRPr>
            </a:lvl3pPr>
            <a:lvl4pPr algn="l">
              <a:defRPr sz="1050" b="0">
                <a:solidFill>
                  <a:srgbClr val="9C9FA4"/>
                </a:solidFill>
                <a:latin typeface="Arial"/>
                <a:ea typeface="Arial"/>
                <a:cs typeface="Arial"/>
              </a:defRPr>
            </a:lvl4pPr>
            <a:lvl5pPr algn="l">
              <a:defRPr sz="1050" b="0">
                <a:solidFill>
                  <a:srgbClr val="9C9FA4"/>
                </a:solidFill>
                <a:latin typeface="Arial"/>
                <a:ea typeface="Arial"/>
                <a:cs typeface="Arial"/>
              </a:defRPr>
            </a:lvl5pPr>
            <a:lvl6pPr algn="l">
              <a:defRPr sz="1050" b="0">
                <a:solidFill>
                  <a:srgbClr val="9C9FA4"/>
                </a:solidFill>
                <a:latin typeface="Arial"/>
                <a:ea typeface="Arial"/>
                <a:cs typeface="Arial"/>
              </a:defRPr>
            </a:lvl6pPr>
            <a:lvl7pPr algn="l">
              <a:defRPr sz="1050" b="0">
                <a:solidFill>
                  <a:srgbClr val="9C9FA4"/>
                </a:solidFill>
                <a:latin typeface="Arial"/>
                <a:ea typeface="Arial"/>
                <a:cs typeface="Arial"/>
              </a:defRPr>
            </a:lvl7pPr>
            <a:lvl8pPr algn="l">
              <a:defRPr sz="1050" b="0">
                <a:solidFill>
                  <a:srgbClr val="9C9FA4"/>
                </a:solidFill>
                <a:latin typeface="Arial"/>
                <a:ea typeface="Arial"/>
                <a:cs typeface="Arial"/>
              </a:defRPr>
            </a:lvl8pPr>
            <a:lvl9pPr algn="l">
              <a:defRPr sz="1050" b="0">
                <a:solidFill>
                  <a:srgbClr val="9C9FA4"/>
                </a:solidFill>
                <a:latin typeface="Arial"/>
                <a:ea typeface="Arial"/>
                <a:cs typeface="Arial"/>
              </a:defRPr>
            </a:lvl9pPr>
          </a:lstStyle>
          <a:p xmlns:a="http://schemas.openxmlformats.org/drawingml/2006/main">
            <a:pPr algn="l">
              <a:lnSpc>
                <a:spcPct val="118000"/>
              </a:lnSpc>
              <a:buNone/>
              <a:defRPr sz="1050" b="0">
                <a:solidFill>
                  <a:srgbClr val="9C9FA4"/>
                </a:solidFill>
                <a:latin typeface="Arial"/>
                <a:ea typeface="Arial"/>
                <a:cs typeface="Arial"/>
              </a:defRPr>
            </a:pPr>
            <a:r>
              <a:rPr sz="1050" b="0">
                <a:solidFill>
                  <a:srgbClr val="9C9FA4"/>
                </a:solidFill>
                <a:latin typeface="Arial"/>
                <a:ea typeface="Arial"/>
                <a:cs typeface="Arial"/>
              </a:rPr>
              <a:t>07 / 20</a:t>
            </a:r>
          </a:p>
        </p:txBody>
      </p:sp>
    </p:spTree>
    <p:extLst>
      <p:ext uri="{BB962C8B-B14F-4D97-AF65-F5344CB8AC3E}">
        <p14:creationId xmlns:p14="http://schemas.microsoft.com/office/powerpoint/2010/main" val="596176920"/>
      </p:ext>
    </p:extLst>
  </p:cSld>
</p:sld>
</file>

<file path=ppt/slides/slide8.xml><?xml version="1.0" encoding="utf-8"?>
<p:sld xmlns:p="http://schemas.openxmlformats.org/presentationml/2006/main">
  <p:cSld>
    <p:bg>
      <p:bgPr>
        <a:solidFill xmlns:a="http://schemas.openxmlformats.org/drawingml/2006/main">
          <a:srgbClr val="080808"/>
        </a:solidFill>
      </p:bgPr>
    </p:bg>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07DCB4F0-6BE1-4048-B10F-31FE3CD1E312}"/>
              </a:ext>
            </a:extLst>
          </p:cNvPr>
          <p:cNvSpPr>
            <a:spLocks xmlns:a="http://schemas.openxmlformats.org/drawingml/2006/main" noGrp="1"/>
          </p:cNvSpPr>
          <p:nvPr/>
        </p:nvSpPr>
        <p:spPr>
          <a:xfrm xmlns:a="http://schemas.openxmlformats.org/drawingml/2006/main">
            <a:off x="609600" y="466725"/>
            <a:ext cx="10858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0">
                <a:solidFill>
                  <a:srgbClr val="F2F2F2"/>
                </a:solidFill>
                <a:latin typeface="Arial"/>
                <a:ea typeface="Arial"/>
                <a:cs typeface="Arial"/>
              </a:defRPr>
            </a:defPPr>
            <a:lvl1pPr algn="l">
              <a:defRPr sz="3300" b="0">
                <a:solidFill>
                  <a:srgbClr val="F2F2F2"/>
                </a:solidFill>
                <a:latin typeface="Arial"/>
                <a:ea typeface="Arial"/>
                <a:cs typeface="Arial"/>
              </a:defRPr>
            </a:lvl1pPr>
            <a:lvl2pPr algn="l">
              <a:defRPr sz="3300" b="0">
                <a:solidFill>
                  <a:srgbClr val="F2F2F2"/>
                </a:solidFill>
                <a:latin typeface="Arial"/>
                <a:ea typeface="Arial"/>
                <a:cs typeface="Arial"/>
              </a:defRPr>
            </a:lvl2pPr>
            <a:lvl3pPr algn="l">
              <a:defRPr sz="3300" b="0">
                <a:solidFill>
                  <a:srgbClr val="F2F2F2"/>
                </a:solidFill>
                <a:latin typeface="Arial"/>
                <a:ea typeface="Arial"/>
                <a:cs typeface="Arial"/>
              </a:defRPr>
            </a:lvl3pPr>
            <a:lvl4pPr algn="l">
              <a:defRPr sz="3300" b="0">
                <a:solidFill>
                  <a:srgbClr val="F2F2F2"/>
                </a:solidFill>
                <a:latin typeface="Arial"/>
                <a:ea typeface="Arial"/>
                <a:cs typeface="Arial"/>
              </a:defRPr>
            </a:lvl4pPr>
            <a:lvl5pPr algn="l">
              <a:defRPr sz="3300" b="0">
                <a:solidFill>
                  <a:srgbClr val="F2F2F2"/>
                </a:solidFill>
                <a:latin typeface="Arial"/>
                <a:ea typeface="Arial"/>
                <a:cs typeface="Arial"/>
              </a:defRPr>
            </a:lvl5pPr>
            <a:lvl6pPr algn="l">
              <a:defRPr sz="3300" b="0">
                <a:solidFill>
                  <a:srgbClr val="F2F2F2"/>
                </a:solidFill>
                <a:latin typeface="Arial"/>
                <a:ea typeface="Arial"/>
                <a:cs typeface="Arial"/>
              </a:defRPr>
            </a:lvl6pPr>
            <a:lvl7pPr algn="l">
              <a:defRPr sz="3300" b="0">
                <a:solidFill>
                  <a:srgbClr val="F2F2F2"/>
                </a:solidFill>
                <a:latin typeface="Arial"/>
                <a:ea typeface="Arial"/>
                <a:cs typeface="Arial"/>
              </a:defRPr>
            </a:lvl7pPr>
            <a:lvl8pPr algn="l">
              <a:defRPr sz="3300" b="0">
                <a:solidFill>
                  <a:srgbClr val="F2F2F2"/>
                </a:solidFill>
                <a:latin typeface="Arial"/>
                <a:ea typeface="Arial"/>
                <a:cs typeface="Arial"/>
              </a:defRPr>
            </a:lvl8pPr>
            <a:lvl9pPr algn="l">
              <a:defRPr sz="3300" b="0">
                <a:solidFill>
                  <a:srgbClr val="F2F2F2"/>
                </a:solidFill>
                <a:latin typeface="Arial"/>
                <a:ea typeface="Arial"/>
                <a:cs typeface="Arial"/>
              </a:defRPr>
            </a:lvl9pPr>
          </a:lstStyle>
          <a:p xmlns:a="http://schemas.openxmlformats.org/drawingml/2006/main">
            <a:pPr algn="l">
              <a:lnSpc>
                <a:spcPct val="118000"/>
              </a:lnSpc>
              <a:buNone/>
              <a:defRPr sz="3300" b="0">
                <a:solidFill>
                  <a:srgbClr val="F2F2F2"/>
                </a:solidFill>
                <a:latin typeface="Arial"/>
                <a:ea typeface="Arial"/>
                <a:cs typeface="Arial"/>
              </a:defRPr>
            </a:pPr>
            <a:r>
              <a:rPr sz="3300" b="0">
                <a:solidFill>
                  <a:srgbClr val="F2F2F2"/>
                </a:solidFill>
                <a:latin typeface="Arial"/>
                <a:ea typeface="Arial"/>
                <a:cs typeface="Arial"/>
              </a:rPr>
              <a:t>The response workflow</a:t>
            </a:r>
          </a:p>
        </p:txBody>
      </p:sp>
      <p:sp>
        <p:nvSpPr>
          <p:cNvPr id="2" name="step-number-0">
            <a:extLst xmlns:a="http://schemas.openxmlformats.org/drawingml/2006/main">
              <a:ext uri="{FF2B5EF4-FFF2-40B4-BE49-F238E27FC236}">
                <a16:creationId xmlns:a16="http://schemas.microsoft.com/office/drawing/2014/main" id="{1C705BF8-1850-4885-98C7-5FF7CC9DD06A}"/>
              </a:ext>
            </a:extLst>
          </p:cNvPr>
          <p:cNvSpPr>
            <a:spLocks xmlns:a="http://schemas.openxmlformats.org/drawingml/2006/main" noGrp="1"/>
          </p:cNvSpPr>
          <p:nvPr/>
        </p:nvSpPr>
        <p:spPr>
          <a:xfrm xmlns:a="http://schemas.openxmlformats.org/drawingml/2006/main">
            <a:off x="628650" y="1743075"/>
            <a:ext cx="619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0">
                <a:solidFill>
                  <a:srgbClr val="9C9FA4"/>
                </a:solidFill>
                <a:latin typeface="Arial"/>
                <a:ea typeface="Arial"/>
                <a:cs typeface="Arial"/>
              </a:defRPr>
            </a:defPPr>
            <a:lvl1pPr algn="l">
              <a:defRPr sz="2325" b="0">
                <a:solidFill>
                  <a:srgbClr val="9C9FA4"/>
                </a:solidFill>
                <a:latin typeface="Arial"/>
                <a:ea typeface="Arial"/>
                <a:cs typeface="Arial"/>
              </a:defRPr>
            </a:lvl1pPr>
            <a:lvl2pPr algn="l">
              <a:defRPr sz="2325" b="0">
                <a:solidFill>
                  <a:srgbClr val="9C9FA4"/>
                </a:solidFill>
                <a:latin typeface="Arial"/>
                <a:ea typeface="Arial"/>
                <a:cs typeface="Arial"/>
              </a:defRPr>
            </a:lvl2pPr>
            <a:lvl3pPr algn="l">
              <a:defRPr sz="2325" b="0">
                <a:solidFill>
                  <a:srgbClr val="9C9FA4"/>
                </a:solidFill>
                <a:latin typeface="Arial"/>
                <a:ea typeface="Arial"/>
                <a:cs typeface="Arial"/>
              </a:defRPr>
            </a:lvl3pPr>
            <a:lvl4pPr algn="l">
              <a:defRPr sz="2325" b="0">
                <a:solidFill>
                  <a:srgbClr val="9C9FA4"/>
                </a:solidFill>
                <a:latin typeface="Arial"/>
                <a:ea typeface="Arial"/>
                <a:cs typeface="Arial"/>
              </a:defRPr>
            </a:lvl4pPr>
            <a:lvl5pPr algn="l">
              <a:defRPr sz="2325" b="0">
                <a:solidFill>
                  <a:srgbClr val="9C9FA4"/>
                </a:solidFill>
                <a:latin typeface="Arial"/>
                <a:ea typeface="Arial"/>
                <a:cs typeface="Arial"/>
              </a:defRPr>
            </a:lvl5pPr>
            <a:lvl6pPr algn="l">
              <a:defRPr sz="2325" b="0">
                <a:solidFill>
                  <a:srgbClr val="9C9FA4"/>
                </a:solidFill>
                <a:latin typeface="Arial"/>
                <a:ea typeface="Arial"/>
                <a:cs typeface="Arial"/>
              </a:defRPr>
            </a:lvl6pPr>
            <a:lvl7pPr algn="l">
              <a:defRPr sz="2325" b="0">
                <a:solidFill>
                  <a:srgbClr val="9C9FA4"/>
                </a:solidFill>
                <a:latin typeface="Arial"/>
                <a:ea typeface="Arial"/>
                <a:cs typeface="Arial"/>
              </a:defRPr>
            </a:lvl7pPr>
            <a:lvl8pPr algn="l">
              <a:defRPr sz="2325" b="0">
                <a:solidFill>
                  <a:srgbClr val="9C9FA4"/>
                </a:solidFill>
                <a:latin typeface="Arial"/>
                <a:ea typeface="Arial"/>
                <a:cs typeface="Arial"/>
              </a:defRPr>
            </a:lvl8pPr>
            <a:lvl9pPr algn="l">
              <a:defRPr sz="2325" b="0">
                <a:solidFill>
                  <a:srgbClr val="9C9FA4"/>
                </a:solidFill>
                <a:latin typeface="Arial"/>
                <a:ea typeface="Arial"/>
                <a:cs typeface="Arial"/>
              </a:defRPr>
            </a:lvl9pPr>
          </a:lstStyle>
          <a:p xmlns:a="http://schemas.openxmlformats.org/drawingml/2006/main">
            <a:pPr algn="l">
              <a:lnSpc>
                <a:spcPct val="118000"/>
              </a:lnSpc>
              <a:buNone/>
              <a:defRPr sz="2325" b="0">
                <a:solidFill>
                  <a:srgbClr val="9C9FA4"/>
                </a:solidFill>
                <a:latin typeface="Arial"/>
                <a:ea typeface="Arial"/>
                <a:cs typeface="Arial"/>
              </a:defRPr>
            </a:pPr>
            <a:r>
              <a:rPr sz="2325" b="0">
                <a:solidFill>
                  <a:srgbClr val="9C9FA4"/>
                </a:solidFill>
                <a:latin typeface="Arial"/>
                <a:ea typeface="Arial"/>
                <a:cs typeface="Arial"/>
              </a:rPr>
              <a:t>01</a:t>
            </a:r>
          </a:p>
        </p:txBody>
      </p:sp>
      <p:sp>
        <p:nvSpPr>
          <p:cNvPr id="3" name="step-title-0">
            <a:extLst xmlns:a="http://schemas.openxmlformats.org/drawingml/2006/main">
              <a:ext uri="{FF2B5EF4-FFF2-40B4-BE49-F238E27FC236}">
                <a16:creationId xmlns:a16="http://schemas.microsoft.com/office/drawing/2014/main" id="{BF6870F5-5D29-480E-A0C9-C469565F7CC8}"/>
              </a:ext>
            </a:extLst>
          </p:cNvPr>
          <p:cNvSpPr>
            <a:spLocks xmlns:a="http://schemas.openxmlformats.org/drawingml/2006/main" noGrp="1"/>
          </p:cNvSpPr>
          <p:nvPr/>
        </p:nvSpPr>
        <p:spPr>
          <a:xfrm xmlns:a="http://schemas.openxmlformats.org/drawingml/2006/main">
            <a:off x="1504950" y="1743075"/>
            <a:ext cx="26289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F2F2F2"/>
                </a:solidFill>
                <a:latin typeface="Arial"/>
                <a:ea typeface="Arial"/>
                <a:cs typeface="Arial"/>
              </a:defRPr>
            </a:defPPr>
            <a:lvl1pPr algn="l">
              <a:defRPr sz="1875" b="0">
                <a:solidFill>
                  <a:srgbClr val="F2F2F2"/>
                </a:solidFill>
                <a:latin typeface="Arial"/>
                <a:ea typeface="Arial"/>
                <a:cs typeface="Arial"/>
              </a:defRPr>
            </a:lvl1pPr>
            <a:lvl2pPr algn="l">
              <a:defRPr sz="1875" b="0">
                <a:solidFill>
                  <a:srgbClr val="F2F2F2"/>
                </a:solidFill>
                <a:latin typeface="Arial"/>
                <a:ea typeface="Arial"/>
                <a:cs typeface="Arial"/>
              </a:defRPr>
            </a:lvl2pPr>
            <a:lvl3pPr algn="l">
              <a:defRPr sz="1875" b="0">
                <a:solidFill>
                  <a:srgbClr val="F2F2F2"/>
                </a:solidFill>
                <a:latin typeface="Arial"/>
                <a:ea typeface="Arial"/>
                <a:cs typeface="Arial"/>
              </a:defRPr>
            </a:lvl3pPr>
            <a:lvl4pPr algn="l">
              <a:defRPr sz="1875" b="0">
                <a:solidFill>
                  <a:srgbClr val="F2F2F2"/>
                </a:solidFill>
                <a:latin typeface="Arial"/>
                <a:ea typeface="Arial"/>
                <a:cs typeface="Arial"/>
              </a:defRPr>
            </a:lvl4pPr>
            <a:lvl5pPr algn="l">
              <a:defRPr sz="1875" b="0">
                <a:solidFill>
                  <a:srgbClr val="F2F2F2"/>
                </a:solidFill>
                <a:latin typeface="Arial"/>
                <a:ea typeface="Arial"/>
                <a:cs typeface="Arial"/>
              </a:defRPr>
            </a:lvl5pPr>
            <a:lvl6pPr algn="l">
              <a:defRPr sz="1875" b="0">
                <a:solidFill>
                  <a:srgbClr val="F2F2F2"/>
                </a:solidFill>
                <a:latin typeface="Arial"/>
                <a:ea typeface="Arial"/>
                <a:cs typeface="Arial"/>
              </a:defRPr>
            </a:lvl6pPr>
            <a:lvl7pPr algn="l">
              <a:defRPr sz="1875" b="0">
                <a:solidFill>
                  <a:srgbClr val="F2F2F2"/>
                </a:solidFill>
                <a:latin typeface="Arial"/>
                <a:ea typeface="Arial"/>
                <a:cs typeface="Arial"/>
              </a:defRPr>
            </a:lvl7pPr>
            <a:lvl8pPr algn="l">
              <a:defRPr sz="1875" b="0">
                <a:solidFill>
                  <a:srgbClr val="F2F2F2"/>
                </a:solidFill>
                <a:latin typeface="Arial"/>
                <a:ea typeface="Arial"/>
                <a:cs typeface="Arial"/>
              </a:defRPr>
            </a:lvl8pPr>
            <a:lvl9pPr algn="l">
              <a:defRPr sz="1875" b="0">
                <a:solidFill>
                  <a:srgbClr val="F2F2F2"/>
                </a:solidFill>
                <a:latin typeface="Arial"/>
                <a:ea typeface="Arial"/>
                <a:cs typeface="Arial"/>
              </a:defRPr>
            </a:lvl9pPr>
          </a:lstStyle>
          <a:p xmlns:a="http://schemas.openxmlformats.org/drawingml/2006/main">
            <a:pPr algn="l">
              <a:lnSpc>
                <a:spcPct val="118000"/>
              </a:lnSpc>
              <a:buNone/>
              <a:defRPr sz="1875" b="0">
                <a:solidFill>
                  <a:srgbClr val="F2F2F2"/>
                </a:solidFill>
                <a:latin typeface="Arial"/>
                <a:ea typeface="Arial"/>
                <a:cs typeface="Arial"/>
              </a:defRPr>
            </a:pPr>
            <a:r>
              <a:rPr sz="1875" b="0">
                <a:solidFill>
                  <a:srgbClr val="F2F2F2"/>
                </a:solidFill>
                <a:latin typeface="Arial"/>
                <a:ea typeface="Arial"/>
                <a:cs typeface="Arial"/>
              </a:rPr>
              <a:t>Observe</a:t>
            </a:r>
          </a:p>
        </p:txBody>
      </p:sp>
      <p:sp>
        <p:nvSpPr>
          <p:cNvPr id="4" name="step-description-0">
            <a:extLst xmlns:a="http://schemas.openxmlformats.org/drawingml/2006/main">
              <a:ext uri="{FF2B5EF4-FFF2-40B4-BE49-F238E27FC236}">
                <a16:creationId xmlns:a16="http://schemas.microsoft.com/office/drawing/2014/main" id="{25AED938-FF28-439B-9D5E-D9FC10074382}"/>
              </a:ext>
            </a:extLst>
          </p:cNvPr>
          <p:cNvSpPr>
            <a:spLocks xmlns:a="http://schemas.openxmlformats.org/drawingml/2006/main" noGrp="1"/>
          </p:cNvSpPr>
          <p:nvPr/>
        </p:nvSpPr>
        <p:spPr>
          <a:xfrm xmlns:a="http://schemas.openxmlformats.org/drawingml/2006/main">
            <a:off x="4552950" y="1743075"/>
            <a:ext cx="6838950" cy="942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Collect processor use, memory, restart counts and latency where available.</a:t>
            </a:r>
          </a:p>
        </p:txBody>
      </p:sp>
      <p:sp>
        <p:nvSpPr>
          <p:cNvPr id="5" name="step-number-1">
            <a:extLst xmlns:a="http://schemas.openxmlformats.org/drawingml/2006/main">
              <a:ext uri="{FF2B5EF4-FFF2-40B4-BE49-F238E27FC236}">
                <a16:creationId xmlns:a16="http://schemas.microsoft.com/office/drawing/2014/main" id="{4ED725BD-602E-448A-8C16-0E90FEF9FAD8}"/>
              </a:ext>
            </a:extLst>
          </p:cNvPr>
          <p:cNvSpPr>
            <a:spLocks xmlns:a="http://schemas.openxmlformats.org/drawingml/2006/main" noGrp="1"/>
          </p:cNvSpPr>
          <p:nvPr/>
        </p:nvSpPr>
        <p:spPr>
          <a:xfrm xmlns:a="http://schemas.openxmlformats.org/drawingml/2006/main">
            <a:off x="628650" y="2809875"/>
            <a:ext cx="619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0">
                <a:solidFill>
                  <a:srgbClr val="9C9FA4"/>
                </a:solidFill>
                <a:latin typeface="Arial"/>
                <a:ea typeface="Arial"/>
                <a:cs typeface="Arial"/>
              </a:defRPr>
            </a:defPPr>
            <a:lvl1pPr algn="l">
              <a:defRPr sz="2325" b="0">
                <a:solidFill>
                  <a:srgbClr val="9C9FA4"/>
                </a:solidFill>
                <a:latin typeface="Arial"/>
                <a:ea typeface="Arial"/>
                <a:cs typeface="Arial"/>
              </a:defRPr>
            </a:lvl1pPr>
            <a:lvl2pPr algn="l">
              <a:defRPr sz="2325" b="0">
                <a:solidFill>
                  <a:srgbClr val="9C9FA4"/>
                </a:solidFill>
                <a:latin typeface="Arial"/>
                <a:ea typeface="Arial"/>
                <a:cs typeface="Arial"/>
              </a:defRPr>
            </a:lvl2pPr>
            <a:lvl3pPr algn="l">
              <a:defRPr sz="2325" b="0">
                <a:solidFill>
                  <a:srgbClr val="9C9FA4"/>
                </a:solidFill>
                <a:latin typeface="Arial"/>
                <a:ea typeface="Arial"/>
                <a:cs typeface="Arial"/>
              </a:defRPr>
            </a:lvl3pPr>
            <a:lvl4pPr algn="l">
              <a:defRPr sz="2325" b="0">
                <a:solidFill>
                  <a:srgbClr val="9C9FA4"/>
                </a:solidFill>
                <a:latin typeface="Arial"/>
                <a:ea typeface="Arial"/>
                <a:cs typeface="Arial"/>
              </a:defRPr>
            </a:lvl4pPr>
            <a:lvl5pPr algn="l">
              <a:defRPr sz="2325" b="0">
                <a:solidFill>
                  <a:srgbClr val="9C9FA4"/>
                </a:solidFill>
                <a:latin typeface="Arial"/>
                <a:ea typeface="Arial"/>
                <a:cs typeface="Arial"/>
              </a:defRPr>
            </a:lvl5pPr>
            <a:lvl6pPr algn="l">
              <a:defRPr sz="2325" b="0">
                <a:solidFill>
                  <a:srgbClr val="9C9FA4"/>
                </a:solidFill>
                <a:latin typeface="Arial"/>
                <a:ea typeface="Arial"/>
                <a:cs typeface="Arial"/>
              </a:defRPr>
            </a:lvl6pPr>
            <a:lvl7pPr algn="l">
              <a:defRPr sz="2325" b="0">
                <a:solidFill>
                  <a:srgbClr val="9C9FA4"/>
                </a:solidFill>
                <a:latin typeface="Arial"/>
                <a:ea typeface="Arial"/>
                <a:cs typeface="Arial"/>
              </a:defRPr>
            </a:lvl7pPr>
            <a:lvl8pPr algn="l">
              <a:defRPr sz="2325" b="0">
                <a:solidFill>
                  <a:srgbClr val="9C9FA4"/>
                </a:solidFill>
                <a:latin typeface="Arial"/>
                <a:ea typeface="Arial"/>
                <a:cs typeface="Arial"/>
              </a:defRPr>
            </a:lvl8pPr>
            <a:lvl9pPr algn="l">
              <a:defRPr sz="2325" b="0">
                <a:solidFill>
                  <a:srgbClr val="9C9FA4"/>
                </a:solidFill>
                <a:latin typeface="Arial"/>
                <a:ea typeface="Arial"/>
                <a:cs typeface="Arial"/>
              </a:defRPr>
            </a:lvl9pPr>
          </a:lstStyle>
          <a:p xmlns:a="http://schemas.openxmlformats.org/drawingml/2006/main">
            <a:pPr algn="l">
              <a:lnSpc>
                <a:spcPct val="118000"/>
              </a:lnSpc>
              <a:buNone/>
              <a:defRPr sz="2325" b="0">
                <a:solidFill>
                  <a:srgbClr val="9C9FA4"/>
                </a:solidFill>
                <a:latin typeface="Arial"/>
                <a:ea typeface="Arial"/>
                <a:cs typeface="Arial"/>
              </a:defRPr>
            </a:pPr>
            <a:r>
              <a:rPr sz="2325" b="0">
                <a:solidFill>
                  <a:srgbClr val="9C9FA4"/>
                </a:solidFill>
                <a:latin typeface="Arial"/>
                <a:ea typeface="Arial"/>
                <a:cs typeface="Arial"/>
              </a:rPr>
              <a:t>02</a:t>
            </a:r>
          </a:p>
        </p:txBody>
      </p:sp>
      <p:sp>
        <p:nvSpPr>
          <p:cNvPr id="6" name="step-title-1">
            <a:extLst xmlns:a="http://schemas.openxmlformats.org/drawingml/2006/main">
              <a:ext uri="{FF2B5EF4-FFF2-40B4-BE49-F238E27FC236}">
                <a16:creationId xmlns:a16="http://schemas.microsoft.com/office/drawing/2014/main" id="{D4B269F6-48E5-4456-890B-46DAABC8BB68}"/>
              </a:ext>
            </a:extLst>
          </p:cNvPr>
          <p:cNvSpPr>
            <a:spLocks xmlns:a="http://schemas.openxmlformats.org/drawingml/2006/main" noGrp="1"/>
          </p:cNvSpPr>
          <p:nvPr/>
        </p:nvSpPr>
        <p:spPr>
          <a:xfrm xmlns:a="http://schemas.openxmlformats.org/drawingml/2006/main">
            <a:off x="1504950" y="2809875"/>
            <a:ext cx="26289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F2F2F2"/>
                </a:solidFill>
                <a:latin typeface="Arial"/>
                <a:ea typeface="Arial"/>
                <a:cs typeface="Arial"/>
              </a:defRPr>
            </a:defPPr>
            <a:lvl1pPr algn="l">
              <a:defRPr sz="1875" b="0">
                <a:solidFill>
                  <a:srgbClr val="F2F2F2"/>
                </a:solidFill>
                <a:latin typeface="Arial"/>
                <a:ea typeface="Arial"/>
                <a:cs typeface="Arial"/>
              </a:defRPr>
            </a:lvl1pPr>
            <a:lvl2pPr algn="l">
              <a:defRPr sz="1875" b="0">
                <a:solidFill>
                  <a:srgbClr val="F2F2F2"/>
                </a:solidFill>
                <a:latin typeface="Arial"/>
                <a:ea typeface="Arial"/>
                <a:cs typeface="Arial"/>
              </a:defRPr>
            </a:lvl2pPr>
            <a:lvl3pPr algn="l">
              <a:defRPr sz="1875" b="0">
                <a:solidFill>
                  <a:srgbClr val="F2F2F2"/>
                </a:solidFill>
                <a:latin typeface="Arial"/>
                <a:ea typeface="Arial"/>
                <a:cs typeface="Arial"/>
              </a:defRPr>
            </a:lvl3pPr>
            <a:lvl4pPr algn="l">
              <a:defRPr sz="1875" b="0">
                <a:solidFill>
                  <a:srgbClr val="F2F2F2"/>
                </a:solidFill>
                <a:latin typeface="Arial"/>
                <a:ea typeface="Arial"/>
                <a:cs typeface="Arial"/>
              </a:defRPr>
            </a:lvl4pPr>
            <a:lvl5pPr algn="l">
              <a:defRPr sz="1875" b="0">
                <a:solidFill>
                  <a:srgbClr val="F2F2F2"/>
                </a:solidFill>
                <a:latin typeface="Arial"/>
                <a:ea typeface="Arial"/>
                <a:cs typeface="Arial"/>
              </a:defRPr>
            </a:lvl5pPr>
            <a:lvl6pPr algn="l">
              <a:defRPr sz="1875" b="0">
                <a:solidFill>
                  <a:srgbClr val="F2F2F2"/>
                </a:solidFill>
                <a:latin typeface="Arial"/>
                <a:ea typeface="Arial"/>
                <a:cs typeface="Arial"/>
              </a:defRPr>
            </a:lvl6pPr>
            <a:lvl7pPr algn="l">
              <a:defRPr sz="1875" b="0">
                <a:solidFill>
                  <a:srgbClr val="F2F2F2"/>
                </a:solidFill>
                <a:latin typeface="Arial"/>
                <a:ea typeface="Arial"/>
                <a:cs typeface="Arial"/>
              </a:defRPr>
            </a:lvl7pPr>
            <a:lvl8pPr algn="l">
              <a:defRPr sz="1875" b="0">
                <a:solidFill>
                  <a:srgbClr val="F2F2F2"/>
                </a:solidFill>
                <a:latin typeface="Arial"/>
                <a:ea typeface="Arial"/>
                <a:cs typeface="Arial"/>
              </a:defRPr>
            </a:lvl8pPr>
            <a:lvl9pPr algn="l">
              <a:defRPr sz="1875" b="0">
                <a:solidFill>
                  <a:srgbClr val="F2F2F2"/>
                </a:solidFill>
                <a:latin typeface="Arial"/>
                <a:ea typeface="Arial"/>
                <a:cs typeface="Arial"/>
              </a:defRPr>
            </a:lvl9pPr>
          </a:lstStyle>
          <a:p xmlns:a="http://schemas.openxmlformats.org/drawingml/2006/main">
            <a:pPr algn="l">
              <a:lnSpc>
                <a:spcPct val="118000"/>
              </a:lnSpc>
              <a:buNone/>
              <a:defRPr sz="1875" b="0">
                <a:solidFill>
                  <a:srgbClr val="F2F2F2"/>
                </a:solidFill>
                <a:latin typeface="Arial"/>
                <a:ea typeface="Arial"/>
                <a:cs typeface="Arial"/>
              </a:defRPr>
            </a:pPr>
            <a:r>
              <a:rPr sz="1875" b="0">
                <a:solidFill>
                  <a:srgbClr val="F2F2F2"/>
                </a:solidFill>
                <a:latin typeface="Arial"/>
                <a:ea typeface="Arial"/>
                <a:cs typeface="Arial"/>
              </a:rPr>
              <a:t>Detect and explain</a:t>
            </a:r>
          </a:p>
        </p:txBody>
      </p:sp>
      <p:sp>
        <p:nvSpPr>
          <p:cNvPr id="7" name="step-description-1">
            <a:extLst xmlns:a="http://schemas.openxmlformats.org/drawingml/2006/main">
              <a:ext uri="{FF2B5EF4-FFF2-40B4-BE49-F238E27FC236}">
                <a16:creationId xmlns:a16="http://schemas.microsoft.com/office/drawing/2014/main" id="{80D082C9-465B-4608-9786-C4C141975C86}"/>
              </a:ext>
            </a:extLst>
          </p:cNvPr>
          <p:cNvSpPr>
            <a:spLocks xmlns:a="http://schemas.openxmlformats.org/drawingml/2006/main" noGrp="1"/>
          </p:cNvSpPr>
          <p:nvPr/>
        </p:nvSpPr>
        <p:spPr>
          <a:xfrm xmlns:a="http://schemas.openxmlformats.org/drawingml/2006/main">
            <a:off x="4552950" y="2809875"/>
            <a:ext cx="6838950" cy="942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Apply a trained detector or labelled rules and show the supporting measurements.</a:t>
            </a:r>
          </a:p>
        </p:txBody>
      </p:sp>
      <p:sp>
        <p:nvSpPr>
          <p:cNvPr id="8" name="step-number-2">
            <a:extLst xmlns:a="http://schemas.openxmlformats.org/drawingml/2006/main">
              <a:ext uri="{FF2B5EF4-FFF2-40B4-BE49-F238E27FC236}">
                <a16:creationId xmlns:a16="http://schemas.microsoft.com/office/drawing/2014/main" id="{AA1A9A6F-7C74-458C-9A39-AECFC6BD9F21}"/>
              </a:ext>
            </a:extLst>
          </p:cNvPr>
          <p:cNvSpPr>
            <a:spLocks xmlns:a="http://schemas.openxmlformats.org/drawingml/2006/main" noGrp="1"/>
          </p:cNvSpPr>
          <p:nvPr/>
        </p:nvSpPr>
        <p:spPr>
          <a:xfrm xmlns:a="http://schemas.openxmlformats.org/drawingml/2006/main">
            <a:off x="628650" y="3876675"/>
            <a:ext cx="619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0">
                <a:solidFill>
                  <a:srgbClr val="9C9FA4"/>
                </a:solidFill>
                <a:latin typeface="Arial"/>
                <a:ea typeface="Arial"/>
                <a:cs typeface="Arial"/>
              </a:defRPr>
            </a:defPPr>
            <a:lvl1pPr algn="l">
              <a:defRPr sz="2325" b="0">
                <a:solidFill>
                  <a:srgbClr val="9C9FA4"/>
                </a:solidFill>
                <a:latin typeface="Arial"/>
                <a:ea typeface="Arial"/>
                <a:cs typeface="Arial"/>
              </a:defRPr>
            </a:lvl1pPr>
            <a:lvl2pPr algn="l">
              <a:defRPr sz="2325" b="0">
                <a:solidFill>
                  <a:srgbClr val="9C9FA4"/>
                </a:solidFill>
                <a:latin typeface="Arial"/>
                <a:ea typeface="Arial"/>
                <a:cs typeface="Arial"/>
              </a:defRPr>
            </a:lvl2pPr>
            <a:lvl3pPr algn="l">
              <a:defRPr sz="2325" b="0">
                <a:solidFill>
                  <a:srgbClr val="9C9FA4"/>
                </a:solidFill>
                <a:latin typeface="Arial"/>
                <a:ea typeface="Arial"/>
                <a:cs typeface="Arial"/>
              </a:defRPr>
            </a:lvl3pPr>
            <a:lvl4pPr algn="l">
              <a:defRPr sz="2325" b="0">
                <a:solidFill>
                  <a:srgbClr val="9C9FA4"/>
                </a:solidFill>
                <a:latin typeface="Arial"/>
                <a:ea typeface="Arial"/>
                <a:cs typeface="Arial"/>
              </a:defRPr>
            </a:lvl4pPr>
            <a:lvl5pPr algn="l">
              <a:defRPr sz="2325" b="0">
                <a:solidFill>
                  <a:srgbClr val="9C9FA4"/>
                </a:solidFill>
                <a:latin typeface="Arial"/>
                <a:ea typeface="Arial"/>
                <a:cs typeface="Arial"/>
              </a:defRPr>
            </a:lvl5pPr>
            <a:lvl6pPr algn="l">
              <a:defRPr sz="2325" b="0">
                <a:solidFill>
                  <a:srgbClr val="9C9FA4"/>
                </a:solidFill>
                <a:latin typeface="Arial"/>
                <a:ea typeface="Arial"/>
                <a:cs typeface="Arial"/>
              </a:defRPr>
            </a:lvl6pPr>
            <a:lvl7pPr algn="l">
              <a:defRPr sz="2325" b="0">
                <a:solidFill>
                  <a:srgbClr val="9C9FA4"/>
                </a:solidFill>
                <a:latin typeface="Arial"/>
                <a:ea typeface="Arial"/>
                <a:cs typeface="Arial"/>
              </a:defRPr>
            </a:lvl7pPr>
            <a:lvl8pPr algn="l">
              <a:defRPr sz="2325" b="0">
                <a:solidFill>
                  <a:srgbClr val="9C9FA4"/>
                </a:solidFill>
                <a:latin typeface="Arial"/>
                <a:ea typeface="Arial"/>
                <a:cs typeface="Arial"/>
              </a:defRPr>
            </a:lvl8pPr>
            <a:lvl9pPr algn="l">
              <a:defRPr sz="2325" b="0">
                <a:solidFill>
                  <a:srgbClr val="9C9FA4"/>
                </a:solidFill>
                <a:latin typeface="Arial"/>
                <a:ea typeface="Arial"/>
                <a:cs typeface="Arial"/>
              </a:defRPr>
            </a:lvl9pPr>
          </a:lstStyle>
          <a:p xmlns:a="http://schemas.openxmlformats.org/drawingml/2006/main">
            <a:pPr algn="l">
              <a:lnSpc>
                <a:spcPct val="118000"/>
              </a:lnSpc>
              <a:buNone/>
              <a:defRPr sz="2325" b="0">
                <a:solidFill>
                  <a:srgbClr val="9C9FA4"/>
                </a:solidFill>
                <a:latin typeface="Arial"/>
                <a:ea typeface="Arial"/>
                <a:cs typeface="Arial"/>
              </a:defRPr>
            </a:pPr>
            <a:r>
              <a:rPr sz="2325" b="0">
                <a:solidFill>
                  <a:srgbClr val="9C9FA4"/>
                </a:solidFill>
                <a:latin typeface="Arial"/>
                <a:ea typeface="Arial"/>
                <a:cs typeface="Arial"/>
              </a:rPr>
              <a:t>03</a:t>
            </a:r>
          </a:p>
        </p:txBody>
      </p:sp>
      <p:sp>
        <p:nvSpPr>
          <p:cNvPr id="9" name="step-title-2">
            <a:extLst xmlns:a="http://schemas.openxmlformats.org/drawingml/2006/main">
              <a:ext uri="{FF2B5EF4-FFF2-40B4-BE49-F238E27FC236}">
                <a16:creationId xmlns:a16="http://schemas.microsoft.com/office/drawing/2014/main" id="{3EF2D940-A4AE-4AD2-B331-C56FC062ACBD}"/>
              </a:ext>
            </a:extLst>
          </p:cNvPr>
          <p:cNvSpPr>
            <a:spLocks xmlns:a="http://schemas.openxmlformats.org/drawingml/2006/main" noGrp="1"/>
          </p:cNvSpPr>
          <p:nvPr/>
        </p:nvSpPr>
        <p:spPr>
          <a:xfrm xmlns:a="http://schemas.openxmlformats.org/drawingml/2006/main">
            <a:off x="1504950" y="3876675"/>
            <a:ext cx="26289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F2F2F2"/>
                </a:solidFill>
                <a:latin typeface="Arial"/>
                <a:ea typeface="Arial"/>
                <a:cs typeface="Arial"/>
              </a:defRPr>
            </a:defPPr>
            <a:lvl1pPr algn="l">
              <a:defRPr sz="1875" b="0">
                <a:solidFill>
                  <a:srgbClr val="F2F2F2"/>
                </a:solidFill>
                <a:latin typeface="Arial"/>
                <a:ea typeface="Arial"/>
                <a:cs typeface="Arial"/>
              </a:defRPr>
            </a:lvl1pPr>
            <a:lvl2pPr algn="l">
              <a:defRPr sz="1875" b="0">
                <a:solidFill>
                  <a:srgbClr val="F2F2F2"/>
                </a:solidFill>
                <a:latin typeface="Arial"/>
                <a:ea typeface="Arial"/>
                <a:cs typeface="Arial"/>
              </a:defRPr>
            </a:lvl2pPr>
            <a:lvl3pPr algn="l">
              <a:defRPr sz="1875" b="0">
                <a:solidFill>
                  <a:srgbClr val="F2F2F2"/>
                </a:solidFill>
                <a:latin typeface="Arial"/>
                <a:ea typeface="Arial"/>
                <a:cs typeface="Arial"/>
              </a:defRPr>
            </a:lvl3pPr>
            <a:lvl4pPr algn="l">
              <a:defRPr sz="1875" b="0">
                <a:solidFill>
                  <a:srgbClr val="F2F2F2"/>
                </a:solidFill>
                <a:latin typeface="Arial"/>
                <a:ea typeface="Arial"/>
                <a:cs typeface="Arial"/>
              </a:defRPr>
            </a:lvl4pPr>
            <a:lvl5pPr algn="l">
              <a:defRPr sz="1875" b="0">
                <a:solidFill>
                  <a:srgbClr val="F2F2F2"/>
                </a:solidFill>
                <a:latin typeface="Arial"/>
                <a:ea typeface="Arial"/>
                <a:cs typeface="Arial"/>
              </a:defRPr>
            </a:lvl5pPr>
            <a:lvl6pPr algn="l">
              <a:defRPr sz="1875" b="0">
                <a:solidFill>
                  <a:srgbClr val="F2F2F2"/>
                </a:solidFill>
                <a:latin typeface="Arial"/>
                <a:ea typeface="Arial"/>
                <a:cs typeface="Arial"/>
              </a:defRPr>
            </a:lvl6pPr>
            <a:lvl7pPr algn="l">
              <a:defRPr sz="1875" b="0">
                <a:solidFill>
                  <a:srgbClr val="F2F2F2"/>
                </a:solidFill>
                <a:latin typeface="Arial"/>
                <a:ea typeface="Arial"/>
                <a:cs typeface="Arial"/>
              </a:defRPr>
            </a:lvl7pPr>
            <a:lvl8pPr algn="l">
              <a:defRPr sz="1875" b="0">
                <a:solidFill>
                  <a:srgbClr val="F2F2F2"/>
                </a:solidFill>
                <a:latin typeface="Arial"/>
                <a:ea typeface="Arial"/>
                <a:cs typeface="Arial"/>
              </a:defRPr>
            </a:lvl8pPr>
            <a:lvl9pPr algn="l">
              <a:defRPr sz="1875" b="0">
                <a:solidFill>
                  <a:srgbClr val="F2F2F2"/>
                </a:solidFill>
                <a:latin typeface="Arial"/>
                <a:ea typeface="Arial"/>
                <a:cs typeface="Arial"/>
              </a:defRPr>
            </a:lvl9pPr>
          </a:lstStyle>
          <a:p xmlns:a="http://schemas.openxmlformats.org/drawingml/2006/main">
            <a:pPr algn="l">
              <a:lnSpc>
                <a:spcPct val="118000"/>
              </a:lnSpc>
              <a:buNone/>
              <a:defRPr sz="1875" b="0">
                <a:solidFill>
                  <a:srgbClr val="F2F2F2"/>
                </a:solidFill>
                <a:latin typeface="Arial"/>
                <a:ea typeface="Arial"/>
                <a:cs typeface="Arial"/>
              </a:defRPr>
            </a:pPr>
            <a:r>
              <a:rPr sz="1875" b="0">
                <a:solidFill>
                  <a:srgbClr val="F2F2F2"/>
                </a:solidFill>
                <a:latin typeface="Arial"/>
                <a:ea typeface="Arial"/>
                <a:cs typeface="Arial"/>
              </a:rPr>
              <a:t>Review and decide</a:t>
            </a:r>
          </a:p>
        </p:txBody>
      </p:sp>
      <p:sp>
        <p:nvSpPr>
          <p:cNvPr id="10" name="step-description-2">
            <a:extLst xmlns:a="http://schemas.openxmlformats.org/drawingml/2006/main">
              <a:ext uri="{FF2B5EF4-FFF2-40B4-BE49-F238E27FC236}">
                <a16:creationId xmlns:a16="http://schemas.microsoft.com/office/drawing/2014/main" id="{7AA765DA-4A17-4F93-A1A6-C3F1A423ED34}"/>
              </a:ext>
            </a:extLst>
          </p:cNvPr>
          <p:cNvSpPr>
            <a:spLocks xmlns:a="http://schemas.openxmlformats.org/drawingml/2006/main" noGrp="1"/>
          </p:cNvSpPr>
          <p:nvPr/>
        </p:nvSpPr>
        <p:spPr>
          <a:xfrm xmlns:a="http://schemas.openxmlformats.org/drawingml/2006/main">
            <a:off x="4552950" y="3876675"/>
            <a:ext cx="6838950" cy="942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Create an incident and review a recommendation for an identified workload.</a:t>
            </a:r>
          </a:p>
        </p:txBody>
      </p:sp>
      <p:sp>
        <p:nvSpPr>
          <p:cNvPr id="11" name="step-number-3">
            <a:extLst xmlns:a="http://schemas.openxmlformats.org/drawingml/2006/main">
              <a:ext uri="{FF2B5EF4-FFF2-40B4-BE49-F238E27FC236}">
                <a16:creationId xmlns:a16="http://schemas.microsoft.com/office/drawing/2014/main" id="{48E15CB9-6EAC-497E-B335-555C731CA037}"/>
              </a:ext>
            </a:extLst>
          </p:cNvPr>
          <p:cNvSpPr>
            <a:spLocks xmlns:a="http://schemas.openxmlformats.org/drawingml/2006/main" noGrp="1"/>
          </p:cNvSpPr>
          <p:nvPr/>
        </p:nvSpPr>
        <p:spPr>
          <a:xfrm xmlns:a="http://schemas.openxmlformats.org/drawingml/2006/main">
            <a:off x="628650" y="4943475"/>
            <a:ext cx="619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0">
                <a:solidFill>
                  <a:srgbClr val="9C9FA4"/>
                </a:solidFill>
                <a:latin typeface="Arial"/>
                <a:ea typeface="Arial"/>
                <a:cs typeface="Arial"/>
              </a:defRPr>
            </a:defPPr>
            <a:lvl1pPr algn="l">
              <a:defRPr sz="2325" b="0">
                <a:solidFill>
                  <a:srgbClr val="9C9FA4"/>
                </a:solidFill>
                <a:latin typeface="Arial"/>
                <a:ea typeface="Arial"/>
                <a:cs typeface="Arial"/>
              </a:defRPr>
            </a:lvl1pPr>
            <a:lvl2pPr algn="l">
              <a:defRPr sz="2325" b="0">
                <a:solidFill>
                  <a:srgbClr val="9C9FA4"/>
                </a:solidFill>
                <a:latin typeface="Arial"/>
                <a:ea typeface="Arial"/>
                <a:cs typeface="Arial"/>
              </a:defRPr>
            </a:lvl2pPr>
            <a:lvl3pPr algn="l">
              <a:defRPr sz="2325" b="0">
                <a:solidFill>
                  <a:srgbClr val="9C9FA4"/>
                </a:solidFill>
                <a:latin typeface="Arial"/>
                <a:ea typeface="Arial"/>
                <a:cs typeface="Arial"/>
              </a:defRPr>
            </a:lvl3pPr>
            <a:lvl4pPr algn="l">
              <a:defRPr sz="2325" b="0">
                <a:solidFill>
                  <a:srgbClr val="9C9FA4"/>
                </a:solidFill>
                <a:latin typeface="Arial"/>
                <a:ea typeface="Arial"/>
                <a:cs typeface="Arial"/>
              </a:defRPr>
            </a:lvl4pPr>
            <a:lvl5pPr algn="l">
              <a:defRPr sz="2325" b="0">
                <a:solidFill>
                  <a:srgbClr val="9C9FA4"/>
                </a:solidFill>
                <a:latin typeface="Arial"/>
                <a:ea typeface="Arial"/>
                <a:cs typeface="Arial"/>
              </a:defRPr>
            </a:lvl5pPr>
            <a:lvl6pPr algn="l">
              <a:defRPr sz="2325" b="0">
                <a:solidFill>
                  <a:srgbClr val="9C9FA4"/>
                </a:solidFill>
                <a:latin typeface="Arial"/>
                <a:ea typeface="Arial"/>
                <a:cs typeface="Arial"/>
              </a:defRPr>
            </a:lvl6pPr>
            <a:lvl7pPr algn="l">
              <a:defRPr sz="2325" b="0">
                <a:solidFill>
                  <a:srgbClr val="9C9FA4"/>
                </a:solidFill>
                <a:latin typeface="Arial"/>
                <a:ea typeface="Arial"/>
                <a:cs typeface="Arial"/>
              </a:defRPr>
            </a:lvl7pPr>
            <a:lvl8pPr algn="l">
              <a:defRPr sz="2325" b="0">
                <a:solidFill>
                  <a:srgbClr val="9C9FA4"/>
                </a:solidFill>
                <a:latin typeface="Arial"/>
                <a:ea typeface="Arial"/>
                <a:cs typeface="Arial"/>
              </a:defRPr>
            </a:lvl8pPr>
            <a:lvl9pPr algn="l">
              <a:defRPr sz="2325" b="0">
                <a:solidFill>
                  <a:srgbClr val="9C9FA4"/>
                </a:solidFill>
                <a:latin typeface="Arial"/>
                <a:ea typeface="Arial"/>
                <a:cs typeface="Arial"/>
              </a:defRPr>
            </a:lvl9pPr>
          </a:lstStyle>
          <a:p xmlns:a="http://schemas.openxmlformats.org/drawingml/2006/main">
            <a:pPr algn="l">
              <a:lnSpc>
                <a:spcPct val="118000"/>
              </a:lnSpc>
              <a:buNone/>
              <a:defRPr sz="2325" b="0">
                <a:solidFill>
                  <a:srgbClr val="9C9FA4"/>
                </a:solidFill>
                <a:latin typeface="Arial"/>
                <a:ea typeface="Arial"/>
                <a:cs typeface="Arial"/>
              </a:defRPr>
            </a:pPr>
            <a:r>
              <a:rPr sz="2325" b="0">
                <a:solidFill>
                  <a:srgbClr val="9C9FA4"/>
                </a:solidFill>
                <a:latin typeface="Arial"/>
                <a:ea typeface="Arial"/>
                <a:cs typeface="Arial"/>
              </a:rPr>
              <a:t>04</a:t>
            </a:r>
          </a:p>
        </p:txBody>
      </p:sp>
      <p:sp>
        <p:nvSpPr>
          <p:cNvPr id="12" name="step-title-3">
            <a:extLst xmlns:a="http://schemas.openxmlformats.org/drawingml/2006/main">
              <a:ext uri="{FF2B5EF4-FFF2-40B4-BE49-F238E27FC236}">
                <a16:creationId xmlns:a16="http://schemas.microsoft.com/office/drawing/2014/main" id="{506C9CDF-119E-40B5-84D4-E46B361BB119}"/>
              </a:ext>
            </a:extLst>
          </p:cNvPr>
          <p:cNvSpPr>
            <a:spLocks xmlns:a="http://schemas.openxmlformats.org/drawingml/2006/main" noGrp="1"/>
          </p:cNvSpPr>
          <p:nvPr/>
        </p:nvSpPr>
        <p:spPr>
          <a:xfrm xmlns:a="http://schemas.openxmlformats.org/drawingml/2006/main">
            <a:off x="1504950" y="4943475"/>
            <a:ext cx="26289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F2F2F2"/>
                </a:solidFill>
                <a:latin typeface="Arial"/>
                <a:ea typeface="Arial"/>
                <a:cs typeface="Arial"/>
              </a:defRPr>
            </a:defPPr>
            <a:lvl1pPr algn="l">
              <a:defRPr sz="1875" b="0">
                <a:solidFill>
                  <a:srgbClr val="F2F2F2"/>
                </a:solidFill>
                <a:latin typeface="Arial"/>
                <a:ea typeface="Arial"/>
                <a:cs typeface="Arial"/>
              </a:defRPr>
            </a:lvl1pPr>
            <a:lvl2pPr algn="l">
              <a:defRPr sz="1875" b="0">
                <a:solidFill>
                  <a:srgbClr val="F2F2F2"/>
                </a:solidFill>
                <a:latin typeface="Arial"/>
                <a:ea typeface="Arial"/>
                <a:cs typeface="Arial"/>
              </a:defRPr>
            </a:lvl2pPr>
            <a:lvl3pPr algn="l">
              <a:defRPr sz="1875" b="0">
                <a:solidFill>
                  <a:srgbClr val="F2F2F2"/>
                </a:solidFill>
                <a:latin typeface="Arial"/>
                <a:ea typeface="Arial"/>
                <a:cs typeface="Arial"/>
              </a:defRPr>
            </a:lvl3pPr>
            <a:lvl4pPr algn="l">
              <a:defRPr sz="1875" b="0">
                <a:solidFill>
                  <a:srgbClr val="F2F2F2"/>
                </a:solidFill>
                <a:latin typeface="Arial"/>
                <a:ea typeface="Arial"/>
                <a:cs typeface="Arial"/>
              </a:defRPr>
            </a:lvl4pPr>
            <a:lvl5pPr algn="l">
              <a:defRPr sz="1875" b="0">
                <a:solidFill>
                  <a:srgbClr val="F2F2F2"/>
                </a:solidFill>
                <a:latin typeface="Arial"/>
                <a:ea typeface="Arial"/>
                <a:cs typeface="Arial"/>
              </a:defRPr>
            </a:lvl5pPr>
            <a:lvl6pPr algn="l">
              <a:defRPr sz="1875" b="0">
                <a:solidFill>
                  <a:srgbClr val="F2F2F2"/>
                </a:solidFill>
                <a:latin typeface="Arial"/>
                <a:ea typeface="Arial"/>
                <a:cs typeface="Arial"/>
              </a:defRPr>
            </a:lvl6pPr>
            <a:lvl7pPr algn="l">
              <a:defRPr sz="1875" b="0">
                <a:solidFill>
                  <a:srgbClr val="F2F2F2"/>
                </a:solidFill>
                <a:latin typeface="Arial"/>
                <a:ea typeface="Arial"/>
                <a:cs typeface="Arial"/>
              </a:defRPr>
            </a:lvl7pPr>
            <a:lvl8pPr algn="l">
              <a:defRPr sz="1875" b="0">
                <a:solidFill>
                  <a:srgbClr val="F2F2F2"/>
                </a:solidFill>
                <a:latin typeface="Arial"/>
                <a:ea typeface="Arial"/>
                <a:cs typeface="Arial"/>
              </a:defRPr>
            </a:lvl8pPr>
            <a:lvl9pPr algn="l">
              <a:defRPr sz="1875" b="0">
                <a:solidFill>
                  <a:srgbClr val="F2F2F2"/>
                </a:solidFill>
                <a:latin typeface="Arial"/>
                <a:ea typeface="Arial"/>
                <a:cs typeface="Arial"/>
              </a:defRPr>
            </a:lvl9pPr>
          </a:lstStyle>
          <a:p xmlns:a="http://schemas.openxmlformats.org/drawingml/2006/main">
            <a:pPr algn="l">
              <a:lnSpc>
                <a:spcPct val="118000"/>
              </a:lnSpc>
              <a:buNone/>
              <a:defRPr sz="1875" b="0">
                <a:solidFill>
                  <a:srgbClr val="F2F2F2"/>
                </a:solidFill>
                <a:latin typeface="Arial"/>
                <a:ea typeface="Arial"/>
                <a:cs typeface="Arial"/>
              </a:defRPr>
            </a:pPr>
            <a:r>
              <a:rPr sz="1875" b="0">
                <a:solidFill>
                  <a:srgbClr val="F2F2F2"/>
                </a:solidFill>
                <a:latin typeface="Arial"/>
                <a:ea typeface="Arial"/>
                <a:cs typeface="Arial"/>
              </a:rPr>
              <a:t>Act and verify</a:t>
            </a:r>
          </a:p>
        </p:txBody>
      </p:sp>
      <p:sp>
        <p:nvSpPr>
          <p:cNvPr id="13" name="step-description-3">
            <a:extLst xmlns:a="http://schemas.openxmlformats.org/drawingml/2006/main">
              <a:ext uri="{FF2B5EF4-FFF2-40B4-BE49-F238E27FC236}">
                <a16:creationId xmlns:a16="http://schemas.microsoft.com/office/drawing/2014/main" id="{341E57DB-3232-48FC-96D1-4F5C55D3AA77}"/>
              </a:ext>
            </a:extLst>
          </p:cNvPr>
          <p:cNvSpPr>
            <a:spLocks xmlns:a="http://schemas.openxmlformats.org/drawingml/2006/main" noGrp="1"/>
          </p:cNvSpPr>
          <p:nvPr/>
        </p:nvSpPr>
        <p:spPr>
          <a:xfrm xmlns:a="http://schemas.openxmlformats.org/drawingml/2006/main">
            <a:off x="4552950" y="4943475"/>
            <a:ext cx="6838950" cy="942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Require approval and policy checks, then record the result and later health observations.</a:t>
            </a:r>
          </a:p>
        </p:txBody>
      </p:sp>
      <p:sp>
        <p:nvSpPr>
          <p:cNvPr id="14" name="page-number">
            <a:extLst xmlns:a="http://schemas.openxmlformats.org/drawingml/2006/main">
              <a:ext uri="{FF2B5EF4-FFF2-40B4-BE49-F238E27FC236}">
                <a16:creationId xmlns:a16="http://schemas.microsoft.com/office/drawing/2014/main" id="{3EEC3DFE-8CE7-46C7-B39F-92F5EC00FA6B}"/>
              </a:ext>
            </a:extLst>
          </p:cNvPr>
          <p:cNvSpPr>
            <a:spLocks xmlns:a="http://schemas.openxmlformats.org/drawingml/2006/main" noGrp="1"/>
          </p:cNvSpPr>
          <p:nvPr/>
        </p:nvSpPr>
        <p:spPr>
          <a:xfrm xmlns:a="http://schemas.openxmlformats.org/drawingml/2006/main">
            <a:off x="10763250" y="6457950"/>
            <a:ext cx="857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0">
                <a:solidFill>
                  <a:srgbClr val="9C9FA4"/>
                </a:solidFill>
                <a:latin typeface="Arial"/>
                <a:ea typeface="Arial"/>
                <a:cs typeface="Arial"/>
              </a:defRPr>
            </a:defPPr>
            <a:lvl1pPr algn="l">
              <a:defRPr sz="1050" b="0">
                <a:solidFill>
                  <a:srgbClr val="9C9FA4"/>
                </a:solidFill>
                <a:latin typeface="Arial"/>
                <a:ea typeface="Arial"/>
                <a:cs typeface="Arial"/>
              </a:defRPr>
            </a:lvl1pPr>
            <a:lvl2pPr algn="l">
              <a:defRPr sz="1050" b="0">
                <a:solidFill>
                  <a:srgbClr val="9C9FA4"/>
                </a:solidFill>
                <a:latin typeface="Arial"/>
                <a:ea typeface="Arial"/>
                <a:cs typeface="Arial"/>
              </a:defRPr>
            </a:lvl2pPr>
            <a:lvl3pPr algn="l">
              <a:defRPr sz="1050" b="0">
                <a:solidFill>
                  <a:srgbClr val="9C9FA4"/>
                </a:solidFill>
                <a:latin typeface="Arial"/>
                <a:ea typeface="Arial"/>
                <a:cs typeface="Arial"/>
              </a:defRPr>
            </a:lvl3pPr>
            <a:lvl4pPr algn="l">
              <a:defRPr sz="1050" b="0">
                <a:solidFill>
                  <a:srgbClr val="9C9FA4"/>
                </a:solidFill>
                <a:latin typeface="Arial"/>
                <a:ea typeface="Arial"/>
                <a:cs typeface="Arial"/>
              </a:defRPr>
            </a:lvl4pPr>
            <a:lvl5pPr algn="l">
              <a:defRPr sz="1050" b="0">
                <a:solidFill>
                  <a:srgbClr val="9C9FA4"/>
                </a:solidFill>
                <a:latin typeface="Arial"/>
                <a:ea typeface="Arial"/>
                <a:cs typeface="Arial"/>
              </a:defRPr>
            </a:lvl5pPr>
            <a:lvl6pPr algn="l">
              <a:defRPr sz="1050" b="0">
                <a:solidFill>
                  <a:srgbClr val="9C9FA4"/>
                </a:solidFill>
                <a:latin typeface="Arial"/>
                <a:ea typeface="Arial"/>
                <a:cs typeface="Arial"/>
              </a:defRPr>
            </a:lvl6pPr>
            <a:lvl7pPr algn="l">
              <a:defRPr sz="1050" b="0">
                <a:solidFill>
                  <a:srgbClr val="9C9FA4"/>
                </a:solidFill>
                <a:latin typeface="Arial"/>
                <a:ea typeface="Arial"/>
                <a:cs typeface="Arial"/>
              </a:defRPr>
            </a:lvl7pPr>
            <a:lvl8pPr algn="l">
              <a:defRPr sz="1050" b="0">
                <a:solidFill>
                  <a:srgbClr val="9C9FA4"/>
                </a:solidFill>
                <a:latin typeface="Arial"/>
                <a:ea typeface="Arial"/>
                <a:cs typeface="Arial"/>
              </a:defRPr>
            </a:lvl8pPr>
            <a:lvl9pPr algn="l">
              <a:defRPr sz="1050" b="0">
                <a:solidFill>
                  <a:srgbClr val="9C9FA4"/>
                </a:solidFill>
                <a:latin typeface="Arial"/>
                <a:ea typeface="Arial"/>
                <a:cs typeface="Arial"/>
              </a:defRPr>
            </a:lvl9pPr>
          </a:lstStyle>
          <a:p xmlns:a="http://schemas.openxmlformats.org/drawingml/2006/main">
            <a:pPr algn="l">
              <a:lnSpc>
                <a:spcPct val="118000"/>
              </a:lnSpc>
              <a:buNone/>
              <a:defRPr sz="1050" b="0">
                <a:solidFill>
                  <a:srgbClr val="9C9FA4"/>
                </a:solidFill>
                <a:latin typeface="Arial"/>
                <a:ea typeface="Arial"/>
                <a:cs typeface="Arial"/>
              </a:defRPr>
            </a:pPr>
            <a:r>
              <a:rPr sz="1050" b="0">
                <a:solidFill>
                  <a:srgbClr val="9C9FA4"/>
                </a:solidFill>
                <a:latin typeface="Arial"/>
                <a:ea typeface="Arial"/>
                <a:cs typeface="Arial"/>
              </a:rPr>
              <a:t>08 / 20</a:t>
            </a:r>
          </a:p>
        </p:txBody>
      </p:sp>
    </p:spTree>
    <p:extLst>
      <p:ext uri="{BB962C8B-B14F-4D97-AF65-F5344CB8AC3E}">
        <p14:creationId xmlns:p14="http://schemas.microsoft.com/office/powerpoint/2010/main" val="158042162"/>
      </p:ext>
    </p:extLst>
  </p:cSld>
</p:sld>
</file>

<file path=ppt/slides/slide9.xml><?xml version="1.0" encoding="utf-8"?>
<p:sld xmlns:p="http://schemas.openxmlformats.org/presentationml/2006/main">
  <p:cSld>
    <p:bg>
      <p:bgPr>
        <a:solidFill xmlns:a="http://schemas.openxmlformats.org/drawingml/2006/main">
          <a:srgbClr val="080808"/>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FC0E4AB3-1B72-41E0-B2C0-4C556B8C67A1}"/>
              </a:ext>
            </a:extLst>
          </p:cNvPr>
          <p:cNvSpPr>
            <a:spLocks xmlns:a="http://schemas.openxmlformats.org/drawingml/2006/main" noGrp="1"/>
          </p:cNvSpPr>
          <p:nvPr/>
        </p:nvSpPr>
        <p:spPr>
          <a:xfrm xmlns:a="http://schemas.openxmlformats.org/drawingml/2006/main">
            <a:off x="609600" y="466725"/>
            <a:ext cx="10858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0">
                <a:solidFill>
                  <a:srgbClr val="F2F2F2"/>
                </a:solidFill>
                <a:latin typeface="Arial"/>
                <a:ea typeface="Arial"/>
                <a:cs typeface="Arial"/>
              </a:defRPr>
            </a:defPPr>
            <a:lvl1pPr algn="l">
              <a:defRPr sz="3300" b="0">
                <a:solidFill>
                  <a:srgbClr val="F2F2F2"/>
                </a:solidFill>
                <a:latin typeface="Arial"/>
                <a:ea typeface="Arial"/>
                <a:cs typeface="Arial"/>
              </a:defRPr>
            </a:lvl1pPr>
            <a:lvl2pPr algn="l">
              <a:defRPr sz="3300" b="0">
                <a:solidFill>
                  <a:srgbClr val="F2F2F2"/>
                </a:solidFill>
                <a:latin typeface="Arial"/>
                <a:ea typeface="Arial"/>
                <a:cs typeface="Arial"/>
              </a:defRPr>
            </a:lvl2pPr>
            <a:lvl3pPr algn="l">
              <a:defRPr sz="3300" b="0">
                <a:solidFill>
                  <a:srgbClr val="F2F2F2"/>
                </a:solidFill>
                <a:latin typeface="Arial"/>
                <a:ea typeface="Arial"/>
                <a:cs typeface="Arial"/>
              </a:defRPr>
            </a:lvl3pPr>
            <a:lvl4pPr algn="l">
              <a:defRPr sz="3300" b="0">
                <a:solidFill>
                  <a:srgbClr val="F2F2F2"/>
                </a:solidFill>
                <a:latin typeface="Arial"/>
                <a:ea typeface="Arial"/>
                <a:cs typeface="Arial"/>
              </a:defRPr>
            </a:lvl4pPr>
            <a:lvl5pPr algn="l">
              <a:defRPr sz="3300" b="0">
                <a:solidFill>
                  <a:srgbClr val="F2F2F2"/>
                </a:solidFill>
                <a:latin typeface="Arial"/>
                <a:ea typeface="Arial"/>
                <a:cs typeface="Arial"/>
              </a:defRPr>
            </a:lvl5pPr>
            <a:lvl6pPr algn="l">
              <a:defRPr sz="3300" b="0">
                <a:solidFill>
                  <a:srgbClr val="F2F2F2"/>
                </a:solidFill>
                <a:latin typeface="Arial"/>
                <a:ea typeface="Arial"/>
                <a:cs typeface="Arial"/>
              </a:defRPr>
            </a:lvl6pPr>
            <a:lvl7pPr algn="l">
              <a:defRPr sz="3300" b="0">
                <a:solidFill>
                  <a:srgbClr val="F2F2F2"/>
                </a:solidFill>
                <a:latin typeface="Arial"/>
                <a:ea typeface="Arial"/>
                <a:cs typeface="Arial"/>
              </a:defRPr>
            </a:lvl7pPr>
            <a:lvl8pPr algn="l">
              <a:defRPr sz="3300" b="0">
                <a:solidFill>
                  <a:srgbClr val="F2F2F2"/>
                </a:solidFill>
                <a:latin typeface="Arial"/>
                <a:ea typeface="Arial"/>
                <a:cs typeface="Arial"/>
              </a:defRPr>
            </a:lvl8pPr>
            <a:lvl9pPr algn="l">
              <a:defRPr sz="3300" b="0">
                <a:solidFill>
                  <a:srgbClr val="F2F2F2"/>
                </a:solidFill>
                <a:latin typeface="Arial"/>
                <a:ea typeface="Arial"/>
                <a:cs typeface="Arial"/>
              </a:defRPr>
            </a:lvl9pPr>
          </a:lstStyle>
          <a:p xmlns:a="http://schemas.openxmlformats.org/drawingml/2006/main">
            <a:pPr algn="l">
              <a:lnSpc>
                <a:spcPct val="118000"/>
              </a:lnSpc>
              <a:buNone/>
              <a:defRPr sz="3300" b="0">
                <a:solidFill>
                  <a:srgbClr val="F2F2F2"/>
                </a:solidFill>
                <a:latin typeface="Arial"/>
                <a:ea typeface="Arial"/>
                <a:cs typeface="Arial"/>
              </a:defRPr>
            </a:pPr>
            <a:r>
              <a:rPr sz="3300" b="0">
                <a:solidFill>
                  <a:srgbClr val="F2F2F2"/>
                </a:solidFill>
                <a:latin typeface="Arial"/>
                <a:ea typeface="Arial"/>
                <a:cs typeface="Arial"/>
              </a:rPr>
              <a:t>A shared view of application health</a:t>
            </a:r>
          </a:p>
        </p:txBody>
      </p:sp>
      <p:pic>
        <p:nvPicPr>
          <p:cNvPr id="2" name="">
            <a:extLst xmlns:a="http://schemas.openxmlformats.org/drawingml/2006/main">
              <a:ext uri="{FF2B5EF4-FFF2-40B4-BE49-F238E27FC236}">
                <a16:creationId xmlns:a16="http://schemas.microsoft.com/office/drawing/2014/main" id="{9BFB4953-16FC-4F7E-9D77-3D4440091535}"/>
              </a:ext>
            </a:extLst>
          </p:cNvPr>
          <p:cNvPicPr>
            <a:picLocks xmlns:a="http://schemas.openxmlformats.org/drawingml/2006/main" noChangeAspect="1"/>
          </p:cNvPicPr>
          <p:nvPr/>
        </p:nvPicPr>
        <p:blipFill>
          <a:blip xmlns:r="http://schemas.openxmlformats.org/officeDocument/2006/relationships" xmlns:a="http://schemas.openxmlformats.org/drawingml/2006/main" r:embed="R3cc94337bdbd4662"/>
          <a:srcRect xmlns:a="http://schemas.openxmlformats.org/drawingml/2006/main" l="0" t="0" r="0" b="45000"/>
          <a:stretch xmlns:a="http://schemas.openxmlformats.org/drawingml/2006/main"/>
        </p:blipFill>
        <p:spPr>
          <a:xfrm xmlns:a="http://schemas.openxmlformats.org/drawingml/2006/main">
            <a:off x="609600" y="1495425"/>
            <a:ext cx="7334250" cy="4572000"/>
          </a:xfrm>
          <a:prstGeom xmlns:a="http://schemas.openxmlformats.org/drawingml/2006/main" prst="rect">
            <a:avLst/>
          </a:prstGeom>
        </p:spPr>
      </p:pic>
      <p:sp>
        <p:nvSpPr>
          <p:cNvPr id="3" name="image-caption">
            <a:extLst xmlns:a="http://schemas.openxmlformats.org/drawingml/2006/main">
              <a:ext uri="{FF2B5EF4-FFF2-40B4-BE49-F238E27FC236}">
                <a16:creationId xmlns:a16="http://schemas.microsoft.com/office/drawing/2014/main" id="{8DEF48F0-432B-4B2A-8D24-69D822A57594}"/>
              </a:ext>
            </a:extLst>
          </p:cNvPr>
          <p:cNvSpPr>
            <a:spLocks xmlns:a="http://schemas.openxmlformats.org/drawingml/2006/main" noGrp="1"/>
          </p:cNvSpPr>
          <p:nvPr/>
        </p:nvSpPr>
        <p:spPr>
          <a:xfrm xmlns:a="http://schemas.openxmlformats.org/drawingml/2006/main">
            <a:off x="8362950" y="1847850"/>
            <a:ext cx="31051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Actual project interface showing simulated telemetry. The demo label identifies the data source.</a:t>
            </a:r>
          </a:p>
        </p:txBody>
      </p:sp>
      <p:sp>
        <p:nvSpPr>
          <p:cNvPr id="4" name="image-context">
            <a:extLst xmlns:a="http://schemas.openxmlformats.org/drawingml/2006/main">
              <a:ext uri="{FF2B5EF4-FFF2-40B4-BE49-F238E27FC236}">
                <a16:creationId xmlns:a16="http://schemas.microsoft.com/office/drawing/2014/main" id="{2DEA858E-FAE1-4CAE-B8A0-E2FB00786C8B}"/>
              </a:ext>
            </a:extLst>
          </p:cNvPr>
          <p:cNvSpPr>
            <a:spLocks xmlns:a="http://schemas.openxmlformats.org/drawingml/2006/main" noGrp="1"/>
          </p:cNvSpPr>
          <p:nvPr/>
        </p:nvSpPr>
        <p:spPr>
          <a:xfrm xmlns:a="http://schemas.openxmlformats.org/drawingml/2006/main">
            <a:off x="8362950" y="4019550"/>
            <a:ext cx="3105150" cy="1981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The source banner identifies simulated data. The interface keeps measurements and the recovery policy visible.</a:t>
            </a:r>
          </a:p>
        </p:txBody>
      </p:sp>
      <p:sp>
        <p:nvSpPr>
          <p:cNvPr id="5" name="page-number">
            <a:extLst xmlns:a="http://schemas.openxmlformats.org/drawingml/2006/main">
              <a:ext uri="{FF2B5EF4-FFF2-40B4-BE49-F238E27FC236}">
                <a16:creationId xmlns:a16="http://schemas.microsoft.com/office/drawing/2014/main" id="{473D9339-5EF8-4C16-9EA9-5AD5DAEA2B0F}"/>
              </a:ext>
            </a:extLst>
          </p:cNvPr>
          <p:cNvSpPr>
            <a:spLocks xmlns:a="http://schemas.openxmlformats.org/drawingml/2006/main" noGrp="1"/>
          </p:cNvSpPr>
          <p:nvPr/>
        </p:nvSpPr>
        <p:spPr>
          <a:xfrm xmlns:a="http://schemas.openxmlformats.org/drawingml/2006/main">
            <a:off x="10763250" y="6457950"/>
            <a:ext cx="857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0">
                <a:solidFill>
                  <a:srgbClr val="9C9FA4"/>
                </a:solidFill>
                <a:latin typeface="Arial"/>
                <a:ea typeface="Arial"/>
                <a:cs typeface="Arial"/>
              </a:defRPr>
            </a:defPPr>
            <a:lvl1pPr algn="l">
              <a:defRPr sz="1050" b="0">
                <a:solidFill>
                  <a:srgbClr val="9C9FA4"/>
                </a:solidFill>
                <a:latin typeface="Arial"/>
                <a:ea typeface="Arial"/>
                <a:cs typeface="Arial"/>
              </a:defRPr>
            </a:lvl1pPr>
            <a:lvl2pPr algn="l">
              <a:defRPr sz="1050" b="0">
                <a:solidFill>
                  <a:srgbClr val="9C9FA4"/>
                </a:solidFill>
                <a:latin typeface="Arial"/>
                <a:ea typeface="Arial"/>
                <a:cs typeface="Arial"/>
              </a:defRPr>
            </a:lvl2pPr>
            <a:lvl3pPr algn="l">
              <a:defRPr sz="1050" b="0">
                <a:solidFill>
                  <a:srgbClr val="9C9FA4"/>
                </a:solidFill>
                <a:latin typeface="Arial"/>
                <a:ea typeface="Arial"/>
                <a:cs typeface="Arial"/>
              </a:defRPr>
            </a:lvl3pPr>
            <a:lvl4pPr algn="l">
              <a:defRPr sz="1050" b="0">
                <a:solidFill>
                  <a:srgbClr val="9C9FA4"/>
                </a:solidFill>
                <a:latin typeface="Arial"/>
                <a:ea typeface="Arial"/>
                <a:cs typeface="Arial"/>
              </a:defRPr>
            </a:lvl4pPr>
            <a:lvl5pPr algn="l">
              <a:defRPr sz="1050" b="0">
                <a:solidFill>
                  <a:srgbClr val="9C9FA4"/>
                </a:solidFill>
                <a:latin typeface="Arial"/>
                <a:ea typeface="Arial"/>
                <a:cs typeface="Arial"/>
              </a:defRPr>
            </a:lvl5pPr>
            <a:lvl6pPr algn="l">
              <a:defRPr sz="1050" b="0">
                <a:solidFill>
                  <a:srgbClr val="9C9FA4"/>
                </a:solidFill>
                <a:latin typeface="Arial"/>
                <a:ea typeface="Arial"/>
                <a:cs typeface="Arial"/>
              </a:defRPr>
            </a:lvl6pPr>
            <a:lvl7pPr algn="l">
              <a:defRPr sz="1050" b="0">
                <a:solidFill>
                  <a:srgbClr val="9C9FA4"/>
                </a:solidFill>
                <a:latin typeface="Arial"/>
                <a:ea typeface="Arial"/>
                <a:cs typeface="Arial"/>
              </a:defRPr>
            </a:lvl7pPr>
            <a:lvl8pPr algn="l">
              <a:defRPr sz="1050" b="0">
                <a:solidFill>
                  <a:srgbClr val="9C9FA4"/>
                </a:solidFill>
                <a:latin typeface="Arial"/>
                <a:ea typeface="Arial"/>
                <a:cs typeface="Arial"/>
              </a:defRPr>
            </a:lvl8pPr>
            <a:lvl9pPr algn="l">
              <a:defRPr sz="1050" b="0">
                <a:solidFill>
                  <a:srgbClr val="9C9FA4"/>
                </a:solidFill>
                <a:latin typeface="Arial"/>
                <a:ea typeface="Arial"/>
                <a:cs typeface="Arial"/>
              </a:defRPr>
            </a:lvl9pPr>
          </a:lstStyle>
          <a:p xmlns:a="http://schemas.openxmlformats.org/drawingml/2006/main">
            <a:pPr algn="l">
              <a:lnSpc>
                <a:spcPct val="118000"/>
              </a:lnSpc>
              <a:buNone/>
              <a:defRPr sz="1050" b="0">
                <a:solidFill>
                  <a:srgbClr val="9C9FA4"/>
                </a:solidFill>
                <a:latin typeface="Arial"/>
                <a:ea typeface="Arial"/>
                <a:cs typeface="Arial"/>
              </a:defRPr>
            </a:pPr>
            <a:r>
              <a:rPr sz="1050" b="0">
                <a:solidFill>
                  <a:srgbClr val="9C9FA4"/>
                </a:solidFill>
                <a:latin typeface="Arial"/>
                <a:ea typeface="Arial"/>
                <a:cs typeface="Arial"/>
              </a:rPr>
              <a:t>09 / 20</a:t>
            </a:r>
          </a:p>
        </p:txBody>
      </p:sp>
    </p:spTree>
    <p:extLst>
      <p:ext uri="{BB962C8B-B14F-4D97-AF65-F5344CB8AC3E}">
        <p14:creationId xmlns:p14="http://schemas.microsoft.com/office/powerpoint/2010/main" val="107527513"/>
      </p:ext>
    </p:extLst>
  </p:cSld>
</p:sld>
</file>

<file path=ppt/slides/slide10.xml><?xml version="1.0" encoding="utf-8"?>
<p:sld xmlns:p="http://schemas.openxmlformats.org/presentationml/2006/main">
  <p:cSld>
    <p:bg>
      <p:bgPr>
        <a:solidFill xmlns:a="http://schemas.openxmlformats.org/drawingml/2006/main">
          <a:srgbClr val="080808"/>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14EC8C55-0559-42F7-B266-450C4110939A}"/>
              </a:ext>
            </a:extLst>
          </p:cNvPr>
          <p:cNvSpPr>
            <a:spLocks xmlns:a="http://schemas.openxmlformats.org/drawingml/2006/main" noGrp="1"/>
          </p:cNvSpPr>
          <p:nvPr/>
        </p:nvSpPr>
        <p:spPr>
          <a:xfrm xmlns:a="http://schemas.openxmlformats.org/drawingml/2006/main">
            <a:off x="609600" y="466725"/>
            <a:ext cx="10858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0">
                <a:solidFill>
                  <a:srgbClr val="F2F2F2"/>
                </a:solidFill>
                <a:latin typeface="Arial"/>
                <a:ea typeface="Arial"/>
                <a:cs typeface="Arial"/>
              </a:defRPr>
            </a:defPPr>
            <a:lvl1pPr algn="l">
              <a:defRPr sz="3300" b="0">
                <a:solidFill>
                  <a:srgbClr val="F2F2F2"/>
                </a:solidFill>
                <a:latin typeface="Arial"/>
                <a:ea typeface="Arial"/>
                <a:cs typeface="Arial"/>
              </a:defRPr>
            </a:lvl1pPr>
            <a:lvl2pPr algn="l">
              <a:defRPr sz="3300" b="0">
                <a:solidFill>
                  <a:srgbClr val="F2F2F2"/>
                </a:solidFill>
                <a:latin typeface="Arial"/>
                <a:ea typeface="Arial"/>
                <a:cs typeface="Arial"/>
              </a:defRPr>
            </a:lvl2pPr>
            <a:lvl3pPr algn="l">
              <a:defRPr sz="3300" b="0">
                <a:solidFill>
                  <a:srgbClr val="F2F2F2"/>
                </a:solidFill>
                <a:latin typeface="Arial"/>
                <a:ea typeface="Arial"/>
                <a:cs typeface="Arial"/>
              </a:defRPr>
            </a:lvl3pPr>
            <a:lvl4pPr algn="l">
              <a:defRPr sz="3300" b="0">
                <a:solidFill>
                  <a:srgbClr val="F2F2F2"/>
                </a:solidFill>
                <a:latin typeface="Arial"/>
                <a:ea typeface="Arial"/>
                <a:cs typeface="Arial"/>
              </a:defRPr>
            </a:lvl4pPr>
            <a:lvl5pPr algn="l">
              <a:defRPr sz="3300" b="0">
                <a:solidFill>
                  <a:srgbClr val="F2F2F2"/>
                </a:solidFill>
                <a:latin typeface="Arial"/>
                <a:ea typeface="Arial"/>
                <a:cs typeface="Arial"/>
              </a:defRPr>
            </a:lvl5pPr>
            <a:lvl6pPr algn="l">
              <a:defRPr sz="3300" b="0">
                <a:solidFill>
                  <a:srgbClr val="F2F2F2"/>
                </a:solidFill>
                <a:latin typeface="Arial"/>
                <a:ea typeface="Arial"/>
                <a:cs typeface="Arial"/>
              </a:defRPr>
            </a:lvl6pPr>
            <a:lvl7pPr algn="l">
              <a:defRPr sz="3300" b="0">
                <a:solidFill>
                  <a:srgbClr val="F2F2F2"/>
                </a:solidFill>
                <a:latin typeface="Arial"/>
                <a:ea typeface="Arial"/>
                <a:cs typeface="Arial"/>
              </a:defRPr>
            </a:lvl7pPr>
            <a:lvl8pPr algn="l">
              <a:defRPr sz="3300" b="0">
                <a:solidFill>
                  <a:srgbClr val="F2F2F2"/>
                </a:solidFill>
                <a:latin typeface="Arial"/>
                <a:ea typeface="Arial"/>
                <a:cs typeface="Arial"/>
              </a:defRPr>
            </a:lvl8pPr>
            <a:lvl9pPr algn="l">
              <a:defRPr sz="3300" b="0">
                <a:solidFill>
                  <a:srgbClr val="F2F2F2"/>
                </a:solidFill>
                <a:latin typeface="Arial"/>
                <a:ea typeface="Arial"/>
                <a:cs typeface="Arial"/>
              </a:defRPr>
            </a:lvl9pPr>
          </a:lstStyle>
          <a:p xmlns:a="http://schemas.openxmlformats.org/drawingml/2006/main">
            <a:pPr algn="l">
              <a:lnSpc>
                <a:spcPct val="118000"/>
              </a:lnSpc>
              <a:buNone/>
              <a:defRPr sz="3300" b="0">
                <a:solidFill>
                  <a:srgbClr val="F2F2F2"/>
                </a:solidFill>
                <a:latin typeface="Arial"/>
                <a:ea typeface="Arial"/>
                <a:cs typeface="Arial"/>
              </a:defRPr>
            </a:pPr>
            <a:r>
              <a:rPr sz="3300" b="0">
                <a:solidFill>
                  <a:srgbClr val="F2F2F2"/>
                </a:solidFill>
                <a:latin typeface="Arial"/>
                <a:ea typeface="Arial"/>
                <a:cs typeface="Arial"/>
              </a:rPr>
              <a:t>How detection works</a:t>
            </a:r>
          </a:p>
        </p:txBody>
      </p:sp>
      <p:sp>
        <p:nvSpPr>
          <p:cNvPr id="2" name="column-label-0">
            <a:extLst xmlns:a="http://schemas.openxmlformats.org/drawingml/2006/main">
              <a:ext uri="{FF2B5EF4-FFF2-40B4-BE49-F238E27FC236}">
                <a16:creationId xmlns:a16="http://schemas.microsoft.com/office/drawing/2014/main" id="{F4489C3C-5611-4FFC-AC03-2BACB77336BF}"/>
              </a:ext>
            </a:extLst>
          </p:cNvPr>
          <p:cNvSpPr>
            <a:spLocks xmlns:a="http://schemas.openxmlformats.org/drawingml/2006/main" noGrp="1"/>
          </p:cNvSpPr>
          <p:nvPr/>
        </p:nvSpPr>
        <p:spPr>
          <a:xfrm xmlns:a="http://schemas.openxmlformats.org/drawingml/2006/main">
            <a:off x="628650" y="1781175"/>
            <a:ext cx="4953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0">
                <a:solidFill>
                  <a:srgbClr val="F2F2F2"/>
                </a:solidFill>
                <a:latin typeface="Arial"/>
                <a:ea typeface="Arial"/>
                <a:cs typeface="Arial"/>
              </a:defRPr>
            </a:defPPr>
            <a:lvl1pPr algn="l">
              <a:defRPr sz="2325" b="0">
                <a:solidFill>
                  <a:srgbClr val="F2F2F2"/>
                </a:solidFill>
                <a:latin typeface="Arial"/>
                <a:ea typeface="Arial"/>
                <a:cs typeface="Arial"/>
              </a:defRPr>
            </a:lvl1pPr>
            <a:lvl2pPr algn="l">
              <a:defRPr sz="2325" b="0">
                <a:solidFill>
                  <a:srgbClr val="F2F2F2"/>
                </a:solidFill>
                <a:latin typeface="Arial"/>
                <a:ea typeface="Arial"/>
                <a:cs typeface="Arial"/>
              </a:defRPr>
            </a:lvl2pPr>
            <a:lvl3pPr algn="l">
              <a:defRPr sz="2325" b="0">
                <a:solidFill>
                  <a:srgbClr val="F2F2F2"/>
                </a:solidFill>
                <a:latin typeface="Arial"/>
                <a:ea typeface="Arial"/>
                <a:cs typeface="Arial"/>
              </a:defRPr>
            </a:lvl3pPr>
            <a:lvl4pPr algn="l">
              <a:defRPr sz="2325" b="0">
                <a:solidFill>
                  <a:srgbClr val="F2F2F2"/>
                </a:solidFill>
                <a:latin typeface="Arial"/>
                <a:ea typeface="Arial"/>
                <a:cs typeface="Arial"/>
              </a:defRPr>
            </a:lvl4pPr>
            <a:lvl5pPr algn="l">
              <a:defRPr sz="2325" b="0">
                <a:solidFill>
                  <a:srgbClr val="F2F2F2"/>
                </a:solidFill>
                <a:latin typeface="Arial"/>
                <a:ea typeface="Arial"/>
                <a:cs typeface="Arial"/>
              </a:defRPr>
            </a:lvl5pPr>
            <a:lvl6pPr algn="l">
              <a:defRPr sz="2325" b="0">
                <a:solidFill>
                  <a:srgbClr val="F2F2F2"/>
                </a:solidFill>
                <a:latin typeface="Arial"/>
                <a:ea typeface="Arial"/>
                <a:cs typeface="Arial"/>
              </a:defRPr>
            </a:lvl6pPr>
            <a:lvl7pPr algn="l">
              <a:defRPr sz="2325" b="0">
                <a:solidFill>
                  <a:srgbClr val="F2F2F2"/>
                </a:solidFill>
                <a:latin typeface="Arial"/>
                <a:ea typeface="Arial"/>
                <a:cs typeface="Arial"/>
              </a:defRPr>
            </a:lvl7pPr>
            <a:lvl8pPr algn="l">
              <a:defRPr sz="2325" b="0">
                <a:solidFill>
                  <a:srgbClr val="F2F2F2"/>
                </a:solidFill>
                <a:latin typeface="Arial"/>
                <a:ea typeface="Arial"/>
                <a:cs typeface="Arial"/>
              </a:defRPr>
            </a:lvl8pPr>
            <a:lvl9pPr algn="l">
              <a:defRPr sz="2325" b="0">
                <a:solidFill>
                  <a:srgbClr val="F2F2F2"/>
                </a:solidFill>
                <a:latin typeface="Arial"/>
                <a:ea typeface="Arial"/>
                <a:cs typeface="Arial"/>
              </a:defRPr>
            </a:lvl9pPr>
          </a:lstStyle>
          <a:p xmlns:a="http://schemas.openxmlformats.org/drawingml/2006/main">
            <a:pPr algn="l">
              <a:lnSpc>
                <a:spcPct val="118000"/>
              </a:lnSpc>
              <a:buNone/>
              <a:defRPr sz="2325" b="0">
                <a:solidFill>
                  <a:srgbClr val="F2F2F2"/>
                </a:solidFill>
                <a:latin typeface="Arial"/>
                <a:ea typeface="Arial"/>
                <a:cs typeface="Arial"/>
              </a:defRPr>
            </a:pPr>
            <a:r>
              <a:rPr sz="2325" b="0">
                <a:solidFill>
                  <a:srgbClr val="F2F2F2"/>
                </a:solidFill>
                <a:latin typeface="Arial"/>
                <a:ea typeface="Arial"/>
                <a:cs typeface="Arial"/>
              </a:rPr>
              <a:t>Unusual patterns</a:t>
            </a:r>
          </a:p>
        </p:txBody>
      </p:sp>
      <p:sp>
        <p:nvSpPr>
          <p:cNvPr id="3" name="column-body-0">
            <a:extLst xmlns:a="http://schemas.openxmlformats.org/drawingml/2006/main">
              <a:ext uri="{FF2B5EF4-FFF2-40B4-BE49-F238E27FC236}">
                <a16:creationId xmlns:a16="http://schemas.microsoft.com/office/drawing/2014/main" id="{5C0A3193-FF84-42A8-92F0-211646D9DBA2}"/>
              </a:ext>
            </a:extLst>
          </p:cNvPr>
          <p:cNvSpPr>
            <a:spLocks xmlns:a="http://schemas.openxmlformats.org/drawingml/2006/main" noGrp="1"/>
          </p:cNvSpPr>
          <p:nvPr/>
        </p:nvSpPr>
        <p:spPr>
          <a:xfrm xmlns:a="http://schemas.openxmlformats.org/drawingml/2006/main">
            <a:off x="628650" y="2809875"/>
            <a:ext cx="4905375" cy="3095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B9BDC2"/>
                </a:solidFill>
                <a:latin typeface="Arial"/>
                <a:ea typeface="Arial"/>
                <a:cs typeface="Arial"/>
              </a:defRPr>
            </a:defPPr>
            <a:lvl1pPr algn="l">
              <a:defRPr sz="1950" b="0">
                <a:solidFill>
                  <a:srgbClr val="B9BDC2"/>
                </a:solidFill>
                <a:latin typeface="Arial"/>
                <a:ea typeface="Arial"/>
                <a:cs typeface="Arial"/>
              </a:defRPr>
            </a:lvl1pPr>
            <a:lvl2pPr algn="l">
              <a:defRPr sz="1950" b="0">
                <a:solidFill>
                  <a:srgbClr val="B9BDC2"/>
                </a:solidFill>
                <a:latin typeface="Arial"/>
                <a:ea typeface="Arial"/>
                <a:cs typeface="Arial"/>
              </a:defRPr>
            </a:lvl2pPr>
            <a:lvl3pPr algn="l">
              <a:defRPr sz="1950" b="0">
                <a:solidFill>
                  <a:srgbClr val="B9BDC2"/>
                </a:solidFill>
                <a:latin typeface="Arial"/>
                <a:ea typeface="Arial"/>
                <a:cs typeface="Arial"/>
              </a:defRPr>
            </a:lvl3pPr>
            <a:lvl4pPr algn="l">
              <a:defRPr sz="1950" b="0">
                <a:solidFill>
                  <a:srgbClr val="B9BDC2"/>
                </a:solidFill>
                <a:latin typeface="Arial"/>
                <a:ea typeface="Arial"/>
                <a:cs typeface="Arial"/>
              </a:defRPr>
            </a:lvl4pPr>
            <a:lvl5pPr algn="l">
              <a:defRPr sz="1950" b="0">
                <a:solidFill>
                  <a:srgbClr val="B9BDC2"/>
                </a:solidFill>
                <a:latin typeface="Arial"/>
                <a:ea typeface="Arial"/>
                <a:cs typeface="Arial"/>
              </a:defRPr>
            </a:lvl5pPr>
            <a:lvl6pPr algn="l">
              <a:defRPr sz="1950" b="0">
                <a:solidFill>
                  <a:srgbClr val="B9BDC2"/>
                </a:solidFill>
                <a:latin typeface="Arial"/>
                <a:ea typeface="Arial"/>
                <a:cs typeface="Arial"/>
              </a:defRPr>
            </a:lvl6pPr>
            <a:lvl7pPr algn="l">
              <a:defRPr sz="1950" b="0">
                <a:solidFill>
                  <a:srgbClr val="B9BDC2"/>
                </a:solidFill>
                <a:latin typeface="Arial"/>
                <a:ea typeface="Arial"/>
                <a:cs typeface="Arial"/>
              </a:defRPr>
            </a:lvl7pPr>
            <a:lvl8pPr algn="l">
              <a:defRPr sz="1950" b="0">
                <a:solidFill>
                  <a:srgbClr val="B9BDC2"/>
                </a:solidFill>
                <a:latin typeface="Arial"/>
                <a:ea typeface="Arial"/>
                <a:cs typeface="Arial"/>
              </a:defRPr>
            </a:lvl8pPr>
            <a:lvl9pPr algn="l">
              <a:defRPr sz="1950" b="0">
                <a:solidFill>
                  <a:srgbClr val="B9BDC2"/>
                </a:solidFill>
                <a:latin typeface="Arial"/>
                <a:ea typeface="Arial"/>
                <a:cs typeface="Arial"/>
              </a:defRPr>
            </a:lvl9pPr>
          </a:lstStyle>
          <a:p xmlns:a="http://schemas.openxmlformats.org/drawingml/2006/main">
            <a:pPr algn="l">
              <a:lnSpc>
                <a:spcPct val="118000"/>
              </a:lnSpc>
              <a:buNone/>
              <a:defRPr sz="1950" b="0">
                <a:solidFill>
                  <a:srgbClr val="B9BDC2"/>
                </a:solidFill>
                <a:latin typeface="Arial"/>
                <a:ea typeface="Arial"/>
                <a:cs typeface="Arial"/>
              </a:defRPr>
            </a:pPr>
            <a:r>
              <a:rPr sz="1950" b="0">
                <a:solidFill>
                  <a:srgbClr val="B9BDC2"/>
                </a:solidFill>
                <a:latin typeface="Arial"/>
                <a:ea typeface="Arial"/>
                <a:cs typeface="Arial"/>
              </a:rPr>
              <a:t>The local AI service can load a StandardScaler and Isolation Forest trained on synthetic telemetry. The saved preprocessing stays with the model.</a:t>
            </a:r>
          </a:p>
        </p:txBody>
      </p:sp>
      <p:sp>
        <p:nvSpPr>
          <p:cNvPr id="4" name="column-label-1">
            <a:extLst xmlns:a="http://schemas.openxmlformats.org/drawingml/2006/main">
              <a:ext uri="{FF2B5EF4-FFF2-40B4-BE49-F238E27FC236}">
                <a16:creationId xmlns:a16="http://schemas.microsoft.com/office/drawing/2014/main" id="{23314977-9EDD-448E-A54F-2EBA44D52870}"/>
              </a:ext>
            </a:extLst>
          </p:cNvPr>
          <p:cNvSpPr>
            <a:spLocks xmlns:a="http://schemas.openxmlformats.org/drawingml/2006/main" noGrp="1"/>
          </p:cNvSpPr>
          <p:nvPr/>
        </p:nvSpPr>
        <p:spPr>
          <a:xfrm xmlns:a="http://schemas.openxmlformats.org/drawingml/2006/main">
            <a:off x="6505575" y="1781175"/>
            <a:ext cx="4953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0">
                <a:solidFill>
                  <a:srgbClr val="F2F2F2"/>
                </a:solidFill>
                <a:latin typeface="Arial"/>
                <a:ea typeface="Arial"/>
                <a:cs typeface="Arial"/>
              </a:defRPr>
            </a:defPPr>
            <a:lvl1pPr algn="l">
              <a:defRPr sz="2325" b="0">
                <a:solidFill>
                  <a:srgbClr val="F2F2F2"/>
                </a:solidFill>
                <a:latin typeface="Arial"/>
                <a:ea typeface="Arial"/>
                <a:cs typeface="Arial"/>
              </a:defRPr>
            </a:lvl1pPr>
            <a:lvl2pPr algn="l">
              <a:defRPr sz="2325" b="0">
                <a:solidFill>
                  <a:srgbClr val="F2F2F2"/>
                </a:solidFill>
                <a:latin typeface="Arial"/>
                <a:ea typeface="Arial"/>
                <a:cs typeface="Arial"/>
              </a:defRPr>
            </a:lvl2pPr>
            <a:lvl3pPr algn="l">
              <a:defRPr sz="2325" b="0">
                <a:solidFill>
                  <a:srgbClr val="F2F2F2"/>
                </a:solidFill>
                <a:latin typeface="Arial"/>
                <a:ea typeface="Arial"/>
                <a:cs typeface="Arial"/>
              </a:defRPr>
            </a:lvl3pPr>
            <a:lvl4pPr algn="l">
              <a:defRPr sz="2325" b="0">
                <a:solidFill>
                  <a:srgbClr val="F2F2F2"/>
                </a:solidFill>
                <a:latin typeface="Arial"/>
                <a:ea typeface="Arial"/>
                <a:cs typeface="Arial"/>
              </a:defRPr>
            </a:lvl4pPr>
            <a:lvl5pPr algn="l">
              <a:defRPr sz="2325" b="0">
                <a:solidFill>
                  <a:srgbClr val="F2F2F2"/>
                </a:solidFill>
                <a:latin typeface="Arial"/>
                <a:ea typeface="Arial"/>
                <a:cs typeface="Arial"/>
              </a:defRPr>
            </a:lvl5pPr>
            <a:lvl6pPr algn="l">
              <a:defRPr sz="2325" b="0">
                <a:solidFill>
                  <a:srgbClr val="F2F2F2"/>
                </a:solidFill>
                <a:latin typeface="Arial"/>
                <a:ea typeface="Arial"/>
                <a:cs typeface="Arial"/>
              </a:defRPr>
            </a:lvl6pPr>
            <a:lvl7pPr algn="l">
              <a:defRPr sz="2325" b="0">
                <a:solidFill>
                  <a:srgbClr val="F2F2F2"/>
                </a:solidFill>
                <a:latin typeface="Arial"/>
                <a:ea typeface="Arial"/>
                <a:cs typeface="Arial"/>
              </a:defRPr>
            </a:lvl7pPr>
            <a:lvl8pPr algn="l">
              <a:defRPr sz="2325" b="0">
                <a:solidFill>
                  <a:srgbClr val="F2F2F2"/>
                </a:solidFill>
                <a:latin typeface="Arial"/>
                <a:ea typeface="Arial"/>
                <a:cs typeface="Arial"/>
              </a:defRPr>
            </a:lvl8pPr>
            <a:lvl9pPr algn="l">
              <a:defRPr sz="2325" b="0">
                <a:solidFill>
                  <a:srgbClr val="F2F2F2"/>
                </a:solidFill>
                <a:latin typeface="Arial"/>
                <a:ea typeface="Arial"/>
                <a:cs typeface="Arial"/>
              </a:defRPr>
            </a:lvl9pPr>
          </a:lstStyle>
          <a:p xmlns:a="http://schemas.openxmlformats.org/drawingml/2006/main">
            <a:pPr algn="l">
              <a:lnSpc>
                <a:spcPct val="118000"/>
              </a:lnSpc>
              <a:buNone/>
              <a:defRPr sz="2325" b="0">
                <a:solidFill>
                  <a:srgbClr val="F2F2F2"/>
                </a:solidFill>
                <a:latin typeface="Arial"/>
                <a:ea typeface="Arial"/>
                <a:cs typeface="Arial"/>
              </a:defRPr>
            </a:pPr>
            <a:r>
              <a:rPr sz="2325" b="0">
                <a:solidFill>
                  <a:srgbClr val="F2F2F2"/>
                </a:solidFill>
                <a:latin typeface="Arial"/>
                <a:ea typeface="Arial"/>
                <a:cs typeface="Arial"/>
              </a:rPr>
              <a:t>Explainable thresholds</a:t>
            </a:r>
          </a:p>
        </p:txBody>
      </p:sp>
      <p:sp>
        <p:nvSpPr>
          <p:cNvPr id="5" name="column-body-1">
            <a:extLst xmlns:a="http://schemas.openxmlformats.org/drawingml/2006/main">
              <a:ext uri="{FF2B5EF4-FFF2-40B4-BE49-F238E27FC236}">
                <a16:creationId xmlns:a16="http://schemas.microsoft.com/office/drawing/2014/main" id="{DE3CAEFD-09C1-41A1-AA96-F4B790E29ED8}"/>
              </a:ext>
            </a:extLst>
          </p:cNvPr>
          <p:cNvSpPr>
            <a:spLocks xmlns:a="http://schemas.openxmlformats.org/drawingml/2006/main" noGrp="1"/>
          </p:cNvSpPr>
          <p:nvPr/>
        </p:nvSpPr>
        <p:spPr>
          <a:xfrm xmlns:a="http://schemas.openxmlformats.org/drawingml/2006/main">
            <a:off x="6505575" y="2809875"/>
            <a:ext cx="4905375" cy="3095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B9BDC2"/>
                </a:solidFill>
                <a:latin typeface="Arial"/>
                <a:ea typeface="Arial"/>
                <a:cs typeface="Arial"/>
              </a:defRPr>
            </a:defPPr>
            <a:lvl1pPr algn="l">
              <a:defRPr sz="1950" b="0">
                <a:solidFill>
                  <a:srgbClr val="B9BDC2"/>
                </a:solidFill>
                <a:latin typeface="Arial"/>
                <a:ea typeface="Arial"/>
                <a:cs typeface="Arial"/>
              </a:defRPr>
            </a:lvl1pPr>
            <a:lvl2pPr algn="l">
              <a:defRPr sz="1950" b="0">
                <a:solidFill>
                  <a:srgbClr val="B9BDC2"/>
                </a:solidFill>
                <a:latin typeface="Arial"/>
                <a:ea typeface="Arial"/>
                <a:cs typeface="Arial"/>
              </a:defRPr>
            </a:lvl2pPr>
            <a:lvl3pPr algn="l">
              <a:defRPr sz="1950" b="0">
                <a:solidFill>
                  <a:srgbClr val="B9BDC2"/>
                </a:solidFill>
                <a:latin typeface="Arial"/>
                <a:ea typeface="Arial"/>
                <a:cs typeface="Arial"/>
              </a:defRPr>
            </a:lvl3pPr>
            <a:lvl4pPr algn="l">
              <a:defRPr sz="1950" b="0">
                <a:solidFill>
                  <a:srgbClr val="B9BDC2"/>
                </a:solidFill>
                <a:latin typeface="Arial"/>
                <a:ea typeface="Arial"/>
                <a:cs typeface="Arial"/>
              </a:defRPr>
            </a:lvl4pPr>
            <a:lvl5pPr algn="l">
              <a:defRPr sz="1950" b="0">
                <a:solidFill>
                  <a:srgbClr val="B9BDC2"/>
                </a:solidFill>
                <a:latin typeface="Arial"/>
                <a:ea typeface="Arial"/>
                <a:cs typeface="Arial"/>
              </a:defRPr>
            </a:lvl5pPr>
            <a:lvl6pPr algn="l">
              <a:defRPr sz="1950" b="0">
                <a:solidFill>
                  <a:srgbClr val="B9BDC2"/>
                </a:solidFill>
                <a:latin typeface="Arial"/>
                <a:ea typeface="Arial"/>
                <a:cs typeface="Arial"/>
              </a:defRPr>
            </a:lvl6pPr>
            <a:lvl7pPr algn="l">
              <a:defRPr sz="1950" b="0">
                <a:solidFill>
                  <a:srgbClr val="B9BDC2"/>
                </a:solidFill>
                <a:latin typeface="Arial"/>
                <a:ea typeface="Arial"/>
                <a:cs typeface="Arial"/>
              </a:defRPr>
            </a:lvl7pPr>
            <a:lvl8pPr algn="l">
              <a:defRPr sz="1950" b="0">
                <a:solidFill>
                  <a:srgbClr val="B9BDC2"/>
                </a:solidFill>
                <a:latin typeface="Arial"/>
                <a:ea typeface="Arial"/>
                <a:cs typeface="Arial"/>
              </a:defRPr>
            </a:lvl8pPr>
            <a:lvl9pPr algn="l">
              <a:defRPr sz="1950" b="0">
                <a:solidFill>
                  <a:srgbClr val="B9BDC2"/>
                </a:solidFill>
                <a:latin typeface="Arial"/>
                <a:ea typeface="Arial"/>
                <a:cs typeface="Arial"/>
              </a:defRPr>
            </a:lvl9pPr>
          </a:lstStyle>
          <a:p xmlns:a="http://schemas.openxmlformats.org/drawingml/2006/main">
            <a:pPr algn="l">
              <a:lnSpc>
                <a:spcPct val="118000"/>
              </a:lnSpc>
              <a:buNone/>
              <a:defRPr sz="1950" b="0">
                <a:solidFill>
                  <a:srgbClr val="B9BDC2"/>
                </a:solidFill>
                <a:latin typeface="Arial"/>
                <a:ea typeface="Arial"/>
                <a:cs typeface="Arial"/>
              </a:defRPr>
            </a:pPr>
            <a:r>
              <a:rPr sz="1950" b="0">
                <a:solidFill>
                  <a:srgbClr val="B9BDC2"/>
                </a:solidFill>
                <a:latin typeface="Arial"/>
                <a:ea typeface="Arial"/>
                <a:cs typeface="Arial"/>
              </a:rPr>
              <a:t>Rules identify values above documented limits. Hybrid results show both the actual model decision and the rule that triggered. The public site uses browser rules only.</a:t>
            </a:r>
          </a:p>
        </p:txBody>
      </p:sp>
      <p:sp>
        <p:nvSpPr>
          <p:cNvPr id="6" name="page-number">
            <a:extLst xmlns:a="http://schemas.openxmlformats.org/drawingml/2006/main">
              <a:ext uri="{FF2B5EF4-FFF2-40B4-BE49-F238E27FC236}">
                <a16:creationId xmlns:a16="http://schemas.microsoft.com/office/drawing/2014/main" id="{56C4804A-B2E9-4E4C-9B7E-924AB0ED4017}"/>
              </a:ext>
            </a:extLst>
          </p:cNvPr>
          <p:cNvSpPr>
            <a:spLocks xmlns:a="http://schemas.openxmlformats.org/drawingml/2006/main" noGrp="1"/>
          </p:cNvSpPr>
          <p:nvPr/>
        </p:nvSpPr>
        <p:spPr>
          <a:xfrm xmlns:a="http://schemas.openxmlformats.org/drawingml/2006/main">
            <a:off x="10763250" y="6457950"/>
            <a:ext cx="857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0">
                <a:solidFill>
                  <a:srgbClr val="9C9FA4"/>
                </a:solidFill>
                <a:latin typeface="Arial"/>
                <a:ea typeface="Arial"/>
                <a:cs typeface="Arial"/>
              </a:defRPr>
            </a:defPPr>
            <a:lvl1pPr algn="l">
              <a:defRPr sz="1050" b="0">
                <a:solidFill>
                  <a:srgbClr val="9C9FA4"/>
                </a:solidFill>
                <a:latin typeface="Arial"/>
                <a:ea typeface="Arial"/>
                <a:cs typeface="Arial"/>
              </a:defRPr>
            </a:lvl1pPr>
            <a:lvl2pPr algn="l">
              <a:defRPr sz="1050" b="0">
                <a:solidFill>
                  <a:srgbClr val="9C9FA4"/>
                </a:solidFill>
                <a:latin typeface="Arial"/>
                <a:ea typeface="Arial"/>
                <a:cs typeface="Arial"/>
              </a:defRPr>
            </a:lvl2pPr>
            <a:lvl3pPr algn="l">
              <a:defRPr sz="1050" b="0">
                <a:solidFill>
                  <a:srgbClr val="9C9FA4"/>
                </a:solidFill>
                <a:latin typeface="Arial"/>
                <a:ea typeface="Arial"/>
                <a:cs typeface="Arial"/>
              </a:defRPr>
            </a:lvl3pPr>
            <a:lvl4pPr algn="l">
              <a:defRPr sz="1050" b="0">
                <a:solidFill>
                  <a:srgbClr val="9C9FA4"/>
                </a:solidFill>
                <a:latin typeface="Arial"/>
                <a:ea typeface="Arial"/>
                <a:cs typeface="Arial"/>
              </a:defRPr>
            </a:lvl4pPr>
            <a:lvl5pPr algn="l">
              <a:defRPr sz="1050" b="0">
                <a:solidFill>
                  <a:srgbClr val="9C9FA4"/>
                </a:solidFill>
                <a:latin typeface="Arial"/>
                <a:ea typeface="Arial"/>
                <a:cs typeface="Arial"/>
              </a:defRPr>
            </a:lvl5pPr>
            <a:lvl6pPr algn="l">
              <a:defRPr sz="1050" b="0">
                <a:solidFill>
                  <a:srgbClr val="9C9FA4"/>
                </a:solidFill>
                <a:latin typeface="Arial"/>
                <a:ea typeface="Arial"/>
                <a:cs typeface="Arial"/>
              </a:defRPr>
            </a:lvl6pPr>
            <a:lvl7pPr algn="l">
              <a:defRPr sz="1050" b="0">
                <a:solidFill>
                  <a:srgbClr val="9C9FA4"/>
                </a:solidFill>
                <a:latin typeface="Arial"/>
                <a:ea typeface="Arial"/>
                <a:cs typeface="Arial"/>
              </a:defRPr>
            </a:lvl7pPr>
            <a:lvl8pPr algn="l">
              <a:defRPr sz="1050" b="0">
                <a:solidFill>
                  <a:srgbClr val="9C9FA4"/>
                </a:solidFill>
                <a:latin typeface="Arial"/>
                <a:ea typeface="Arial"/>
                <a:cs typeface="Arial"/>
              </a:defRPr>
            </a:lvl8pPr>
            <a:lvl9pPr algn="l">
              <a:defRPr sz="1050" b="0">
                <a:solidFill>
                  <a:srgbClr val="9C9FA4"/>
                </a:solidFill>
                <a:latin typeface="Arial"/>
                <a:ea typeface="Arial"/>
                <a:cs typeface="Arial"/>
              </a:defRPr>
            </a:lvl9pPr>
          </a:lstStyle>
          <a:p xmlns:a="http://schemas.openxmlformats.org/drawingml/2006/main">
            <a:pPr algn="l">
              <a:lnSpc>
                <a:spcPct val="118000"/>
              </a:lnSpc>
              <a:buNone/>
              <a:defRPr sz="1050" b="0">
                <a:solidFill>
                  <a:srgbClr val="9C9FA4"/>
                </a:solidFill>
                <a:latin typeface="Arial"/>
                <a:ea typeface="Arial"/>
                <a:cs typeface="Arial"/>
              </a:defRPr>
            </a:pPr>
            <a:r>
              <a:rPr sz="1050" b="0">
                <a:solidFill>
                  <a:srgbClr val="9C9FA4"/>
                </a:solidFill>
                <a:latin typeface="Arial"/>
                <a:ea typeface="Arial"/>
                <a:cs typeface="Arial"/>
              </a:rPr>
              <a:t>10 / 20</a:t>
            </a:r>
          </a:p>
        </p:txBody>
      </p:sp>
    </p:spTree>
    <p:extLst>
      <p:ext uri="{BB962C8B-B14F-4D97-AF65-F5344CB8AC3E}">
        <p14:creationId xmlns:p14="http://schemas.microsoft.com/office/powerpoint/2010/main" val="625796180"/>
      </p:ext>
    </p:extLst>
  </p:cSld>
</p:sld>
</file>

<file path=ppt/slides/slide11.xml><?xml version="1.0" encoding="utf-8"?>
<p:sld xmlns:p="http://schemas.openxmlformats.org/presentationml/2006/main">
  <p:cSld>
    <p:bg>
      <p:bgPr>
        <a:solidFill xmlns:a="http://schemas.openxmlformats.org/drawingml/2006/main">
          <a:srgbClr val="080808"/>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65ACE2A5-3F1F-4322-BD38-23FC4F790503}"/>
              </a:ext>
            </a:extLst>
          </p:cNvPr>
          <p:cNvSpPr>
            <a:spLocks xmlns:a="http://schemas.openxmlformats.org/drawingml/2006/main" noGrp="1"/>
          </p:cNvSpPr>
          <p:nvPr/>
        </p:nvSpPr>
        <p:spPr>
          <a:xfrm xmlns:a="http://schemas.openxmlformats.org/drawingml/2006/main">
            <a:off x="609600" y="466725"/>
            <a:ext cx="10858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0">
                <a:solidFill>
                  <a:srgbClr val="F2F2F2"/>
                </a:solidFill>
                <a:latin typeface="Arial"/>
                <a:ea typeface="Arial"/>
                <a:cs typeface="Arial"/>
              </a:defRPr>
            </a:defPPr>
            <a:lvl1pPr algn="l">
              <a:defRPr sz="3300" b="0">
                <a:solidFill>
                  <a:srgbClr val="F2F2F2"/>
                </a:solidFill>
                <a:latin typeface="Arial"/>
                <a:ea typeface="Arial"/>
                <a:cs typeface="Arial"/>
              </a:defRPr>
            </a:lvl1pPr>
            <a:lvl2pPr algn="l">
              <a:defRPr sz="3300" b="0">
                <a:solidFill>
                  <a:srgbClr val="F2F2F2"/>
                </a:solidFill>
                <a:latin typeface="Arial"/>
                <a:ea typeface="Arial"/>
                <a:cs typeface="Arial"/>
              </a:defRPr>
            </a:lvl2pPr>
            <a:lvl3pPr algn="l">
              <a:defRPr sz="3300" b="0">
                <a:solidFill>
                  <a:srgbClr val="F2F2F2"/>
                </a:solidFill>
                <a:latin typeface="Arial"/>
                <a:ea typeface="Arial"/>
                <a:cs typeface="Arial"/>
              </a:defRPr>
            </a:lvl3pPr>
            <a:lvl4pPr algn="l">
              <a:defRPr sz="3300" b="0">
                <a:solidFill>
                  <a:srgbClr val="F2F2F2"/>
                </a:solidFill>
                <a:latin typeface="Arial"/>
                <a:ea typeface="Arial"/>
                <a:cs typeface="Arial"/>
              </a:defRPr>
            </a:lvl4pPr>
            <a:lvl5pPr algn="l">
              <a:defRPr sz="3300" b="0">
                <a:solidFill>
                  <a:srgbClr val="F2F2F2"/>
                </a:solidFill>
                <a:latin typeface="Arial"/>
                <a:ea typeface="Arial"/>
                <a:cs typeface="Arial"/>
              </a:defRPr>
            </a:lvl5pPr>
            <a:lvl6pPr algn="l">
              <a:defRPr sz="3300" b="0">
                <a:solidFill>
                  <a:srgbClr val="F2F2F2"/>
                </a:solidFill>
                <a:latin typeface="Arial"/>
                <a:ea typeface="Arial"/>
                <a:cs typeface="Arial"/>
              </a:defRPr>
            </a:lvl6pPr>
            <a:lvl7pPr algn="l">
              <a:defRPr sz="3300" b="0">
                <a:solidFill>
                  <a:srgbClr val="F2F2F2"/>
                </a:solidFill>
                <a:latin typeface="Arial"/>
                <a:ea typeface="Arial"/>
                <a:cs typeface="Arial"/>
              </a:defRPr>
            </a:lvl7pPr>
            <a:lvl8pPr algn="l">
              <a:defRPr sz="3300" b="0">
                <a:solidFill>
                  <a:srgbClr val="F2F2F2"/>
                </a:solidFill>
                <a:latin typeface="Arial"/>
                <a:ea typeface="Arial"/>
                <a:cs typeface="Arial"/>
              </a:defRPr>
            </a:lvl8pPr>
            <a:lvl9pPr algn="l">
              <a:defRPr sz="3300" b="0">
                <a:solidFill>
                  <a:srgbClr val="F2F2F2"/>
                </a:solidFill>
                <a:latin typeface="Arial"/>
                <a:ea typeface="Arial"/>
                <a:cs typeface="Arial"/>
              </a:defRPr>
            </a:lvl9pPr>
          </a:lstStyle>
          <a:p xmlns:a="http://schemas.openxmlformats.org/drawingml/2006/main">
            <a:pPr algn="l">
              <a:lnSpc>
                <a:spcPct val="118000"/>
              </a:lnSpc>
              <a:buNone/>
              <a:defRPr sz="3300" b="0">
                <a:solidFill>
                  <a:srgbClr val="F2F2F2"/>
                </a:solidFill>
                <a:latin typeface="Arial"/>
                <a:ea typeface="Arial"/>
                <a:cs typeface="Arial"/>
              </a:defRPr>
            </a:pPr>
            <a:r>
              <a:rPr sz="3300" b="0">
                <a:solidFill>
                  <a:srgbClr val="F2F2F2"/>
                </a:solidFill>
                <a:latin typeface="Arial"/>
                <a:ea typeface="Arial"/>
                <a:cs typeface="Arial"/>
              </a:rPr>
              <a:t>Anomaly detection and forecasting</a:t>
            </a:r>
          </a:p>
        </p:txBody>
      </p:sp>
      <p:sp>
        <p:nvSpPr>
          <p:cNvPr id="2" name="column-label-0">
            <a:extLst xmlns:a="http://schemas.openxmlformats.org/drawingml/2006/main">
              <a:ext uri="{FF2B5EF4-FFF2-40B4-BE49-F238E27FC236}">
                <a16:creationId xmlns:a16="http://schemas.microsoft.com/office/drawing/2014/main" id="{7E813DD6-CDA3-43E6-988B-E8B7DFA565BB}"/>
              </a:ext>
            </a:extLst>
          </p:cNvPr>
          <p:cNvSpPr>
            <a:spLocks xmlns:a="http://schemas.openxmlformats.org/drawingml/2006/main" noGrp="1"/>
          </p:cNvSpPr>
          <p:nvPr/>
        </p:nvSpPr>
        <p:spPr>
          <a:xfrm xmlns:a="http://schemas.openxmlformats.org/drawingml/2006/main">
            <a:off x="628650" y="1781175"/>
            <a:ext cx="4953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0">
                <a:solidFill>
                  <a:srgbClr val="F2F2F2"/>
                </a:solidFill>
                <a:latin typeface="Arial"/>
                <a:ea typeface="Arial"/>
                <a:cs typeface="Arial"/>
              </a:defRPr>
            </a:defPPr>
            <a:lvl1pPr algn="l">
              <a:defRPr sz="2325" b="0">
                <a:solidFill>
                  <a:srgbClr val="F2F2F2"/>
                </a:solidFill>
                <a:latin typeface="Arial"/>
                <a:ea typeface="Arial"/>
                <a:cs typeface="Arial"/>
              </a:defRPr>
            </a:lvl1pPr>
            <a:lvl2pPr algn="l">
              <a:defRPr sz="2325" b="0">
                <a:solidFill>
                  <a:srgbClr val="F2F2F2"/>
                </a:solidFill>
                <a:latin typeface="Arial"/>
                <a:ea typeface="Arial"/>
                <a:cs typeface="Arial"/>
              </a:defRPr>
            </a:lvl2pPr>
            <a:lvl3pPr algn="l">
              <a:defRPr sz="2325" b="0">
                <a:solidFill>
                  <a:srgbClr val="F2F2F2"/>
                </a:solidFill>
                <a:latin typeface="Arial"/>
                <a:ea typeface="Arial"/>
                <a:cs typeface="Arial"/>
              </a:defRPr>
            </a:lvl3pPr>
            <a:lvl4pPr algn="l">
              <a:defRPr sz="2325" b="0">
                <a:solidFill>
                  <a:srgbClr val="F2F2F2"/>
                </a:solidFill>
                <a:latin typeface="Arial"/>
                <a:ea typeface="Arial"/>
                <a:cs typeface="Arial"/>
              </a:defRPr>
            </a:lvl4pPr>
            <a:lvl5pPr algn="l">
              <a:defRPr sz="2325" b="0">
                <a:solidFill>
                  <a:srgbClr val="F2F2F2"/>
                </a:solidFill>
                <a:latin typeface="Arial"/>
                <a:ea typeface="Arial"/>
                <a:cs typeface="Arial"/>
              </a:defRPr>
            </a:lvl5pPr>
            <a:lvl6pPr algn="l">
              <a:defRPr sz="2325" b="0">
                <a:solidFill>
                  <a:srgbClr val="F2F2F2"/>
                </a:solidFill>
                <a:latin typeface="Arial"/>
                <a:ea typeface="Arial"/>
                <a:cs typeface="Arial"/>
              </a:defRPr>
            </a:lvl6pPr>
            <a:lvl7pPr algn="l">
              <a:defRPr sz="2325" b="0">
                <a:solidFill>
                  <a:srgbClr val="F2F2F2"/>
                </a:solidFill>
                <a:latin typeface="Arial"/>
                <a:ea typeface="Arial"/>
                <a:cs typeface="Arial"/>
              </a:defRPr>
            </a:lvl7pPr>
            <a:lvl8pPr algn="l">
              <a:defRPr sz="2325" b="0">
                <a:solidFill>
                  <a:srgbClr val="F2F2F2"/>
                </a:solidFill>
                <a:latin typeface="Arial"/>
                <a:ea typeface="Arial"/>
                <a:cs typeface="Arial"/>
              </a:defRPr>
            </a:lvl8pPr>
            <a:lvl9pPr algn="l">
              <a:defRPr sz="2325" b="0">
                <a:solidFill>
                  <a:srgbClr val="F2F2F2"/>
                </a:solidFill>
                <a:latin typeface="Arial"/>
                <a:ea typeface="Arial"/>
                <a:cs typeface="Arial"/>
              </a:defRPr>
            </a:lvl9pPr>
          </a:lstStyle>
          <a:p xmlns:a="http://schemas.openxmlformats.org/drawingml/2006/main">
            <a:pPr algn="l">
              <a:lnSpc>
                <a:spcPct val="118000"/>
              </a:lnSpc>
              <a:buNone/>
              <a:defRPr sz="2325" b="0">
                <a:solidFill>
                  <a:srgbClr val="F2F2F2"/>
                </a:solidFill>
                <a:latin typeface="Arial"/>
                <a:ea typeface="Arial"/>
                <a:cs typeface="Arial"/>
              </a:defRPr>
            </a:pPr>
            <a:r>
              <a:rPr sz="2325" b="0">
                <a:solidFill>
                  <a:srgbClr val="F2F2F2"/>
                </a:solidFill>
                <a:latin typeface="Arial"/>
                <a:ea typeface="Arial"/>
                <a:cs typeface="Arial"/>
              </a:rPr>
              <a:t>Anomaly detection</a:t>
            </a:r>
          </a:p>
        </p:txBody>
      </p:sp>
      <p:sp>
        <p:nvSpPr>
          <p:cNvPr id="3" name="column-body-0">
            <a:extLst xmlns:a="http://schemas.openxmlformats.org/drawingml/2006/main">
              <a:ext uri="{FF2B5EF4-FFF2-40B4-BE49-F238E27FC236}">
                <a16:creationId xmlns:a16="http://schemas.microsoft.com/office/drawing/2014/main" id="{DA502596-B9A7-4953-840C-81D7375CAA53}"/>
              </a:ext>
            </a:extLst>
          </p:cNvPr>
          <p:cNvSpPr>
            <a:spLocks xmlns:a="http://schemas.openxmlformats.org/drawingml/2006/main" noGrp="1"/>
          </p:cNvSpPr>
          <p:nvPr/>
        </p:nvSpPr>
        <p:spPr>
          <a:xfrm xmlns:a="http://schemas.openxmlformats.org/drawingml/2006/main">
            <a:off x="628650" y="2809875"/>
            <a:ext cx="4905375" cy="3095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B9BDC2"/>
                </a:solidFill>
                <a:latin typeface="Arial"/>
                <a:ea typeface="Arial"/>
                <a:cs typeface="Arial"/>
              </a:defRPr>
            </a:defPPr>
            <a:lvl1pPr algn="l">
              <a:defRPr sz="1950" b="0">
                <a:solidFill>
                  <a:srgbClr val="B9BDC2"/>
                </a:solidFill>
                <a:latin typeface="Arial"/>
                <a:ea typeface="Arial"/>
                <a:cs typeface="Arial"/>
              </a:defRPr>
            </a:lvl1pPr>
            <a:lvl2pPr algn="l">
              <a:defRPr sz="1950" b="0">
                <a:solidFill>
                  <a:srgbClr val="B9BDC2"/>
                </a:solidFill>
                <a:latin typeface="Arial"/>
                <a:ea typeface="Arial"/>
                <a:cs typeface="Arial"/>
              </a:defRPr>
            </a:lvl2pPr>
            <a:lvl3pPr algn="l">
              <a:defRPr sz="1950" b="0">
                <a:solidFill>
                  <a:srgbClr val="B9BDC2"/>
                </a:solidFill>
                <a:latin typeface="Arial"/>
                <a:ea typeface="Arial"/>
                <a:cs typeface="Arial"/>
              </a:defRPr>
            </a:lvl3pPr>
            <a:lvl4pPr algn="l">
              <a:defRPr sz="1950" b="0">
                <a:solidFill>
                  <a:srgbClr val="B9BDC2"/>
                </a:solidFill>
                <a:latin typeface="Arial"/>
                <a:ea typeface="Arial"/>
                <a:cs typeface="Arial"/>
              </a:defRPr>
            </a:lvl4pPr>
            <a:lvl5pPr algn="l">
              <a:defRPr sz="1950" b="0">
                <a:solidFill>
                  <a:srgbClr val="B9BDC2"/>
                </a:solidFill>
                <a:latin typeface="Arial"/>
                <a:ea typeface="Arial"/>
                <a:cs typeface="Arial"/>
              </a:defRPr>
            </a:lvl5pPr>
            <a:lvl6pPr algn="l">
              <a:defRPr sz="1950" b="0">
                <a:solidFill>
                  <a:srgbClr val="B9BDC2"/>
                </a:solidFill>
                <a:latin typeface="Arial"/>
                <a:ea typeface="Arial"/>
                <a:cs typeface="Arial"/>
              </a:defRPr>
            </a:lvl6pPr>
            <a:lvl7pPr algn="l">
              <a:defRPr sz="1950" b="0">
                <a:solidFill>
                  <a:srgbClr val="B9BDC2"/>
                </a:solidFill>
                <a:latin typeface="Arial"/>
                <a:ea typeface="Arial"/>
                <a:cs typeface="Arial"/>
              </a:defRPr>
            </a:lvl7pPr>
            <a:lvl8pPr algn="l">
              <a:defRPr sz="1950" b="0">
                <a:solidFill>
                  <a:srgbClr val="B9BDC2"/>
                </a:solidFill>
                <a:latin typeface="Arial"/>
                <a:ea typeface="Arial"/>
                <a:cs typeface="Arial"/>
              </a:defRPr>
            </a:lvl8pPr>
            <a:lvl9pPr algn="l">
              <a:defRPr sz="1950" b="0">
                <a:solidFill>
                  <a:srgbClr val="B9BDC2"/>
                </a:solidFill>
                <a:latin typeface="Arial"/>
                <a:ea typeface="Arial"/>
                <a:cs typeface="Arial"/>
              </a:defRPr>
            </a:lvl9pPr>
          </a:lstStyle>
          <a:p xmlns:a="http://schemas.openxmlformats.org/drawingml/2006/main">
            <a:pPr algn="l">
              <a:lnSpc>
                <a:spcPct val="118000"/>
              </a:lnSpc>
              <a:buNone/>
              <a:defRPr sz="1950" b="0">
                <a:solidFill>
                  <a:srgbClr val="B9BDC2"/>
                </a:solidFill>
                <a:latin typeface="Arial"/>
                <a:ea typeface="Arial"/>
                <a:cs typeface="Arial"/>
              </a:defRPr>
            </a:pPr>
            <a:r>
              <a:rPr sz="1950" b="0">
                <a:solidFill>
                  <a:srgbClr val="B9BDC2"/>
                </a:solidFill>
                <a:latin typeface="Arial"/>
                <a:ea typeface="Arial"/>
                <a:cs typeface="Arial"/>
              </a:rPr>
              <a:t>Question: does this measurement look unusual now?</a:t>
            </a:r>
          </a:p>
          <a:p xmlns:a="http://schemas.openxmlformats.org/drawingml/2006/main">
            <a:r>
              <a:t/>
            </a:r>
          </a:p>
          <a:p xmlns:a="http://schemas.openxmlformats.org/drawingml/2006/main">
            <a:pPr algn="l">
              <a:lnSpc>
                <a:spcPct val="118000"/>
              </a:lnSpc>
              <a:buNone/>
              <a:defRPr sz="1950" b="0">
                <a:solidFill>
                  <a:srgbClr val="B9BDC2"/>
                </a:solidFill>
                <a:latin typeface="Arial"/>
                <a:ea typeface="Arial"/>
                <a:cs typeface="Arial"/>
              </a:defRPr>
            </a:pPr>
            <a:r>
              <a:rPr sz="1950" b="0">
                <a:solidFill>
                  <a:srgbClr val="B9BDC2"/>
                </a:solidFill>
                <a:latin typeface="Arial"/>
                <a:ea typeface="Arial"/>
                <a:cs typeface="Arial"/>
              </a:rPr>
              <a:t>Output: a decision score or a rule explanation, with severity and observations.</a:t>
            </a:r>
          </a:p>
        </p:txBody>
      </p:sp>
      <p:sp>
        <p:nvSpPr>
          <p:cNvPr id="4" name="column-label-1">
            <a:extLst xmlns:a="http://schemas.openxmlformats.org/drawingml/2006/main">
              <a:ext uri="{FF2B5EF4-FFF2-40B4-BE49-F238E27FC236}">
                <a16:creationId xmlns:a16="http://schemas.microsoft.com/office/drawing/2014/main" id="{2FA21933-C959-40B6-ADDA-DEFD84AE9D38}"/>
              </a:ext>
            </a:extLst>
          </p:cNvPr>
          <p:cNvSpPr>
            <a:spLocks xmlns:a="http://schemas.openxmlformats.org/drawingml/2006/main" noGrp="1"/>
          </p:cNvSpPr>
          <p:nvPr/>
        </p:nvSpPr>
        <p:spPr>
          <a:xfrm xmlns:a="http://schemas.openxmlformats.org/drawingml/2006/main">
            <a:off x="6505575" y="1781175"/>
            <a:ext cx="4953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0">
                <a:solidFill>
                  <a:srgbClr val="F2F2F2"/>
                </a:solidFill>
                <a:latin typeface="Arial"/>
                <a:ea typeface="Arial"/>
                <a:cs typeface="Arial"/>
              </a:defRPr>
            </a:defPPr>
            <a:lvl1pPr algn="l">
              <a:defRPr sz="2325" b="0">
                <a:solidFill>
                  <a:srgbClr val="F2F2F2"/>
                </a:solidFill>
                <a:latin typeface="Arial"/>
                <a:ea typeface="Arial"/>
                <a:cs typeface="Arial"/>
              </a:defRPr>
            </a:lvl1pPr>
            <a:lvl2pPr algn="l">
              <a:defRPr sz="2325" b="0">
                <a:solidFill>
                  <a:srgbClr val="F2F2F2"/>
                </a:solidFill>
                <a:latin typeface="Arial"/>
                <a:ea typeface="Arial"/>
                <a:cs typeface="Arial"/>
              </a:defRPr>
            </a:lvl2pPr>
            <a:lvl3pPr algn="l">
              <a:defRPr sz="2325" b="0">
                <a:solidFill>
                  <a:srgbClr val="F2F2F2"/>
                </a:solidFill>
                <a:latin typeface="Arial"/>
                <a:ea typeface="Arial"/>
                <a:cs typeface="Arial"/>
              </a:defRPr>
            </a:lvl3pPr>
            <a:lvl4pPr algn="l">
              <a:defRPr sz="2325" b="0">
                <a:solidFill>
                  <a:srgbClr val="F2F2F2"/>
                </a:solidFill>
                <a:latin typeface="Arial"/>
                <a:ea typeface="Arial"/>
                <a:cs typeface="Arial"/>
              </a:defRPr>
            </a:lvl4pPr>
            <a:lvl5pPr algn="l">
              <a:defRPr sz="2325" b="0">
                <a:solidFill>
                  <a:srgbClr val="F2F2F2"/>
                </a:solidFill>
                <a:latin typeface="Arial"/>
                <a:ea typeface="Arial"/>
                <a:cs typeface="Arial"/>
              </a:defRPr>
            </a:lvl5pPr>
            <a:lvl6pPr algn="l">
              <a:defRPr sz="2325" b="0">
                <a:solidFill>
                  <a:srgbClr val="F2F2F2"/>
                </a:solidFill>
                <a:latin typeface="Arial"/>
                <a:ea typeface="Arial"/>
                <a:cs typeface="Arial"/>
              </a:defRPr>
            </a:lvl6pPr>
            <a:lvl7pPr algn="l">
              <a:defRPr sz="2325" b="0">
                <a:solidFill>
                  <a:srgbClr val="F2F2F2"/>
                </a:solidFill>
                <a:latin typeface="Arial"/>
                <a:ea typeface="Arial"/>
                <a:cs typeface="Arial"/>
              </a:defRPr>
            </a:lvl7pPr>
            <a:lvl8pPr algn="l">
              <a:defRPr sz="2325" b="0">
                <a:solidFill>
                  <a:srgbClr val="F2F2F2"/>
                </a:solidFill>
                <a:latin typeface="Arial"/>
                <a:ea typeface="Arial"/>
                <a:cs typeface="Arial"/>
              </a:defRPr>
            </a:lvl8pPr>
            <a:lvl9pPr algn="l">
              <a:defRPr sz="2325" b="0">
                <a:solidFill>
                  <a:srgbClr val="F2F2F2"/>
                </a:solidFill>
                <a:latin typeface="Arial"/>
                <a:ea typeface="Arial"/>
                <a:cs typeface="Arial"/>
              </a:defRPr>
            </a:lvl9pPr>
          </a:lstStyle>
          <a:p xmlns:a="http://schemas.openxmlformats.org/drawingml/2006/main">
            <a:pPr algn="l">
              <a:lnSpc>
                <a:spcPct val="118000"/>
              </a:lnSpc>
              <a:buNone/>
              <a:defRPr sz="2325" b="0">
                <a:solidFill>
                  <a:srgbClr val="F2F2F2"/>
                </a:solidFill>
                <a:latin typeface="Arial"/>
                <a:ea typeface="Arial"/>
                <a:cs typeface="Arial"/>
              </a:defRPr>
            </a:pPr>
            <a:r>
              <a:rPr sz="2325" b="0">
                <a:solidFill>
                  <a:srgbClr val="F2F2F2"/>
                </a:solidFill>
                <a:latin typeface="Arial"/>
                <a:ea typeface="Arial"/>
                <a:cs typeface="Arial"/>
              </a:rPr>
              <a:t>Metric forecasting</a:t>
            </a:r>
          </a:p>
        </p:txBody>
      </p:sp>
      <p:sp>
        <p:nvSpPr>
          <p:cNvPr id="5" name="column-body-1">
            <a:extLst xmlns:a="http://schemas.openxmlformats.org/drawingml/2006/main">
              <a:ext uri="{FF2B5EF4-FFF2-40B4-BE49-F238E27FC236}">
                <a16:creationId xmlns:a16="http://schemas.microsoft.com/office/drawing/2014/main" id="{C3D0F872-FCF5-4407-B753-44B779214CBE}"/>
              </a:ext>
            </a:extLst>
          </p:cNvPr>
          <p:cNvSpPr>
            <a:spLocks xmlns:a="http://schemas.openxmlformats.org/drawingml/2006/main" noGrp="1"/>
          </p:cNvSpPr>
          <p:nvPr/>
        </p:nvSpPr>
        <p:spPr>
          <a:xfrm xmlns:a="http://schemas.openxmlformats.org/drawingml/2006/main">
            <a:off x="6505575" y="2809875"/>
            <a:ext cx="4905375" cy="3095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B9BDC2"/>
                </a:solidFill>
                <a:latin typeface="Arial"/>
                <a:ea typeface="Arial"/>
                <a:cs typeface="Arial"/>
              </a:defRPr>
            </a:defPPr>
            <a:lvl1pPr algn="l">
              <a:defRPr sz="1950" b="0">
                <a:solidFill>
                  <a:srgbClr val="B9BDC2"/>
                </a:solidFill>
                <a:latin typeface="Arial"/>
                <a:ea typeface="Arial"/>
                <a:cs typeface="Arial"/>
              </a:defRPr>
            </a:lvl1pPr>
            <a:lvl2pPr algn="l">
              <a:defRPr sz="1950" b="0">
                <a:solidFill>
                  <a:srgbClr val="B9BDC2"/>
                </a:solidFill>
                <a:latin typeface="Arial"/>
                <a:ea typeface="Arial"/>
                <a:cs typeface="Arial"/>
              </a:defRPr>
            </a:lvl2pPr>
            <a:lvl3pPr algn="l">
              <a:defRPr sz="1950" b="0">
                <a:solidFill>
                  <a:srgbClr val="B9BDC2"/>
                </a:solidFill>
                <a:latin typeface="Arial"/>
                <a:ea typeface="Arial"/>
                <a:cs typeface="Arial"/>
              </a:defRPr>
            </a:lvl3pPr>
            <a:lvl4pPr algn="l">
              <a:defRPr sz="1950" b="0">
                <a:solidFill>
                  <a:srgbClr val="B9BDC2"/>
                </a:solidFill>
                <a:latin typeface="Arial"/>
                <a:ea typeface="Arial"/>
                <a:cs typeface="Arial"/>
              </a:defRPr>
            </a:lvl4pPr>
            <a:lvl5pPr algn="l">
              <a:defRPr sz="1950" b="0">
                <a:solidFill>
                  <a:srgbClr val="B9BDC2"/>
                </a:solidFill>
                <a:latin typeface="Arial"/>
                <a:ea typeface="Arial"/>
                <a:cs typeface="Arial"/>
              </a:defRPr>
            </a:lvl5pPr>
            <a:lvl6pPr algn="l">
              <a:defRPr sz="1950" b="0">
                <a:solidFill>
                  <a:srgbClr val="B9BDC2"/>
                </a:solidFill>
                <a:latin typeface="Arial"/>
                <a:ea typeface="Arial"/>
                <a:cs typeface="Arial"/>
              </a:defRPr>
            </a:lvl6pPr>
            <a:lvl7pPr algn="l">
              <a:defRPr sz="1950" b="0">
                <a:solidFill>
                  <a:srgbClr val="B9BDC2"/>
                </a:solidFill>
                <a:latin typeface="Arial"/>
                <a:ea typeface="Arial"/>
                <a:cs typeface="Arial"/>
              </a:defRPr>
            </a:lvl7pPr>
            <a:lvl8pPr algn="l">
              <a:defRPr sz="1950" b="0">
                <a:solidFill>
                  <a:srgbClr val="B9BDC2"/>
                </a:solidFill>
                <a:latin typeface="Arial"/>
                <a:ea typeface="Arial"/>
                <a:cs typeface="Arial"/>
              </a:defRPr>
            </a:lvl8pPr>
            <a:lvl9pPr algn="l">
              <a:defRPr sz="1950" b="0">
                <a:solidFill>
                  <a:srgbClr val="B9BDC2"/>
                </a:solidFill>
                <a:latin typeface="Arial"/>
                <a:ea typeface="Arial"/>
                <a:cs typeface="Arial"/>
              </a:defRPr>
            </a:lvl9pPr>
          </a:lstStyle>
          <a:p xmlns:a="http://schemas.openxmlformats.org/drawingml/2006/main">
            <a:pPr algn="l">
              <a:lnSpc>
                <a:spcPct val="118000"/>
              </a:lnSpc>
              <a:buNone/>
              <a:defRPr sz="1950" b="0">
                <a:solidFill>
                  <a:srgbClr val="B9BDC2"/>
                </a:solidFill>
                <a:latin typeface="Arial"/>
                <a:ea typeface="Arial"/>
                <a:cs typeface="Arial"/>
              </a:defRPr>
            </a:pPr>
            <a:r>
              <a:rPr sz="1950" b="0">
                <a:solidFill>
                  <a:srgbClr val="B9BDC2"/>
                </a:solidFill>
                <a:latin typeface="Arial"/>
                <a:ea typeface="Arial"/>
                <a:cs typeface="Arial"/>
              </a:rPr>
              <a:t>Question: what might CPU or memory look like one sample ahead?</a:t>
            </a:r>
          </a:p>
          <a:p xmlns:a="http://schemas.openxmlformats.org/drawingml/2006/main">
            <a:r>
              <a:t/>
            </a:r>
          </a:p>
          <a:p xmlns:a="http://schemas.openxmlformats.org/drawingml/2006/main">
            <a:pPr algn="l">
              <a:lnSpc>
                <a:spcPct val="118000"/>
              </a:lnSpc>
              <a:buNone/>
              <a:defRPr sz="1950" b="0">
                <a:solidFill>
                  <a:srgbClr val="B9BDC2"/>
                </a:solidFill>
                <a:latin typeface="Arial"/>
                <a:ea typeface="Arial"/>
                <a:cs typeface="Arial"/>
              </a:defRPr>
            </a:pPr>
            <a:r>
              <a:rPr sz="1950" b="0">
                <a:solidFill>
                  <a:srgbClr val="B9BDC2"/>
                </a:solidFill>
                <a:latin typeface="Arial"/>
                <a:ea typeface="Arial"/>
                <a:cs typeface="Arial"/>
              </a:rPr>
              <a:t>Output: a trend or last-value estimate evaluated in chronological order.</a:t>
            </a:r>
          </a:p>
        </p:txBody>
      </p:sp>
      <p:sp>
        <p:nvSpPr>
          <p:cNvPr id="6" name="page-number">
            <a:extLst xmlns:a="http://schemas.openxmlformats.org/drawingml/2006/main">
              <a:ext uri="{FF2B5EF4-FFF2-40B4-BE49-F238E27FC236}">
                <a16:creationId xmlns:a16="http://schemas.microsoft.com/office/drawing/2014/main" id="{3A0B2AD3-F7FA-4C09-86BF-49AE97C02858}"/>
              </a:ext>
            </a:extLst>
          </p:cNvPr>
          <p:cNvSpPr>
            <a:spLocks xmlns:a="http://schemas.openxmlformats.org/drawingml/2006/main" noGrp="1"/>
          </p:cNvSpPr>
          <p:nvPr/>
        </p:nvSpPr>
        <p:spPr>
          <a:xfrm xmlns:a="http://schemas.openxmlformats.org/drawingml/2006/main">
            <a:off x="10763250" y="6457950"/>
            <a:ext cx="857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0">
                <a:solidFill>
                  <a:srgbClr val="9C9FA4"/>
                </a:solidFill>
                <a:latin typeface="Arial"/>
                <a:ea typeface="Arial"/>
                <a:cs typeface="Arial"/>
              </a:defRPr>
            </a:defPPr>
            <a:lvl1pPr algn="l">
              <a:defRPr sz="1050" b="0">
                <a:solidFill>
                  <a:srgbClr val="9C9FA4"/>
                </a:solidFill>
                <a:latin typeface="Arial"/>
                <a:ea typeface="Arial"/>
                <a:cs typeface="Arial"/>
              </a:defRPr>
            </a:lvl1pPr>
            <a:lvl2pPr algn="l">
              <a:defRPr sz="1050" b="0">
                <a:solidFill>
                  <a:srgbClr val="9C9FA4"/>
                </a:solidFill>
                <a:latin typeface="Arial"/>
                <a:ea typeface="Arial"/>
                <a:cs typeface="Arial"/>
              </a:defRPr>
            </a:lvl2pPr>
            <a:lvl3pPr algn="l">
              <a:defRPr sz="1050" b="0">
                <a:solidFill>
                  <a:srgbClr val="9C9FA4"/>
                </a:solidFill>
                <a:latin typeface="Arial"/>
                <a:ea typeface="Arial"/>
                <a:cs typeface="Arial"/>
              </a:defRPr>
            </a:lvl3pPr>
            <a:lvl4pPr algn="l">
              <a:defRPr sz="1050" b="0">
                <a:solidFill>
                  <a:srgbClr val="9C9FA4"/>
                </a:solidFill>
                <a:latin typeface="Arial"/>
                <a:ea typeface="Arial"/>
                <a:cs typeface="Arial"/>
              </a:defRPr>
            </a:lvl4pPr>
            <a:lvl5pPr algn="l">
              <a:defRPr sz="1050" b="0">
                <a:solidFill>
                  <a:srgbClr val="9C9FA4"/>
                </a:solidFill>
                <a:latin typeface="Arial"/>
                <a:ea typeface="Arial"/>
                <a:cs typeface="Arial"/>
              </a:defRPr>
            </a:lvl5pPr>
            <a:lvl6pPr algn="l">
              <a:defRPr sz="1050" b="0">
                <a:solidFill>
                  <a:srgbClr val="9C9FA4"/>
                </a:solidFill>
                <a:latin typeface="Arial"/>
                <a:ea typeface="Arial"/>
                <a:cs typeface="Arial"/>
              </a:defRPr>
            </a:lvl6pPr>
            <a:lvl7pPr algn="l">
              <a:defRPr sz="1050" b="0">
                <a:solidFill>
                  <a:srgbClr val="9C9FA4"/>
                </a:solidFill>
                <a:latin typeface="Arial"/>
                <a:ea typeface="Arial"/>
                <a:cs typeface="Arial"/>
              </a:defRPr>
            </a:lvl7pPr>
            <a:lvl8pPr algn="l">
              <a:defRPr sz="1050" b="0">
                <a:solidFill>
                  <a:srgbClr val="9C9FA4"/>
                </a:solidFill>
                <a:latin typeface="Arial"/>
                <a:ea typeface="Arial"/>
                <a:cs typeface="Arial"/>
              </a:defRPr>
            </a:lvl8pPr>
            <a:lvl9pPr algn="l">
              <a:defRPr sz="1050" b="0">
                <a:solidFill>
                  <a:srgbClr val="9C9FA4"/>
                </a:solidFill>
                <a:latin typeface="Arial"/>
                <a:ea typeface="Arial"/>
                <a:cs typeface="Arial"/>
              </a:defRPr>
            </a:lvl9pPr>
          </a:lstStyle>
          <a:p xmlns:a="http://schemas.openxmlformats.org/drawingml/2006/main">
            <a:pPr algn="l">
              <a:lnSpc>
                <a:spcPct val="118000"/>
              </a:lnSpc>
              <a:buNone/>
              <a:defRPr sz="1050" b="0">
                <a:solidFill>
                  <a:srgbClr val="9C9FA4"/>
                </a:solidFill>
                <a:latin typeface="Arial"/>
                <a:ea typeface="Arial"/>
                <a:cs typeface="Arial"/>
              </a:defRPr>
            </a:pPr>
            <a:r>
              <a:rPr sz="1050" b="0">
                <a:solidFill>
                  <a:srgbClr val="9C9FA4"/>
                </a:solidFill>
                <a:latin typeface="Arial"/>
                <a:ea typeface="Arial"/>
                <a:cs typeface="Arial"/>
              </a:rPr>
              <a:t>11 / 20</a:t>
            </a:r>
          </a:p>
        </p:txBody>
      </p:sp>
    </p:spTree>
    <p:extLst>
      <p:ext uri="{BB962C8B-B14F-4D97-AF65-F5344CB8AC3E}">
        <p14:creationId xmlns:p14="http://schemas.microsoft.com/office/powerpoint/2010/main" val="762746652"/>
      </p:ext>
    </p:extLst>
  </p:cSld>
</p:sld>
</file>

<file path=ppt/slides/slide12.xml><?xml version="1.0" encoding="utf-8"?>
<p:sld xmlns:p="http://schemas.openxmlformats.org/presentationml/2006/main">
  <p:cSld>
    <p:bg>
      <p:bgPr>
        <a:solidFill xmlns:a="http://schemas.openxmlformats.org/drawingml/2006/main">
          <a:srgbClr val="080808"/>
        </a:solidFill>
      </p:bgPr>
    </p:bg>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4288555E-D924-4829-ACDA-683D191C57A0}"/>
              </a:ext>
            </a:extLst>
          </p:cNvPr>
          <p:cNvSpPr>
            <a:spLocks xmlns:a="http://schemas.openxmlformats.org/drawingml/2006/main" noGrp="1"/>
          </p:cNvSpPr>
          <p:nvPr/>
        </p:nvSpPr>
        <p:spPr>
          <a:xfrm xmlns:a="http://schemas.openxmlformats.org/drawingml/2006/main">
            <a:off x="609600" y="466725"/>
            <a:ext cx="10858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0">
                <a:solidFill>
                  <a:srgbClr val="F2F2F2"/>
                </a:solidFill>
                <a:latin typeface="Arial"/>
                <a:ea typeface="Arial"/>
                <a:cs typeface="Arial"/>
              </a:defRPr>
            </a:defPPr>
            <a:lvl1pPr algn="l">
              <a:defRPr sz="3300" b="0">
                <a:solidFill>
                  <a:srgbClr val="F2F2F2"/>
                </a:solidFill>
                <a:latin typeface="Arial"/>
                <a:ea typeface="Arial"/>
                <a:cs typeface="Arial"/>
              </a:defRPr>
            </a:lvl1pPr>
            <a:lvl2pPr algn="l">
              <a:defRPr sz="3300" b="0">
                <a:solidFill>
                  <a:srgbClr val="F2F2F2"/>
                </a:solidFill>
                <a:latin typeface="Arial"/>
                <a:ea typeface="Arial"/>
                <a:cs typeface="Arial"/>
              </a:defRPr>
            </a:lvl2pPr>
            <a:lvl3pPr algn="l">
              <a:defRPr sz="3300" b="0">
                <a:solidFill>
                  <a:srgbClr val="F2F2F2"/>
                </a:solidFill>
                <a:latin typeface="Arial"/>
                <a:ea typeface="Arial"/>
                <a:cs typeface="Arial"/>
              </a:defRPr>
            </a:lvl3pPr>
            <a:lvl4pPr algn="l">
              <a:defRPr sz="3300" b="0">
                <a:solidFill>
                  <a:srgbClr val="F2F2F2"/>
                </a:solidFill>
                <a:latin typeface="Arial"/>
                <a:ea typeface="Arial"/>
                <a:cs typeface="Arial"/>
              </a:defRPr>
            </a:lvl4pPr>
            <a:lvl5pPr algn="l">
              <a:defRPr sz="3300" b="0">
                <a:solidFill>
                  <a:srgbClr val="F2F2F2"/>
                </a:solidFill>
                <a:latin typeface="Arial"/>
                <a:ea typeface="Arial"/>
                <a:cs typeface="Arial"/>
              </a:defRPr>
            </a:lvl5pPr>
            <a:lvl6pPr algn="l">
              <a:defRPr sz="3300" b="0">
                <a:solidFill>
                  <a:srgbClr val="F2F2F2"/>
                </a:solidFill>
                <a:latin typeface="Arial"/>
                <a:ea typeface="Arial"/>
                <a:cs typeface="Arial"/>
              </a:defRPr>
            </a:lvl6pPr>
            <a:lvl7pPr algn="l">
              <a:defRPr sz="3300" b="0">
                <a:solidFill>
                  <a:srgbClr val="F2F2F2"/>
                </a:solidFill>
                <a:latin typeface="Arial"/>
                <a:ea typeface="Arial"/>
                <a:cs typeface="Arial"/>
              </a:defRPr>
            </a:lvl7pPr>
            <a:lvl8pPr algn="l">
              <a:defRPr sz="3300" b="0">
                <a:solidFill>
                  <a:srgbClr val="F2F2F2"/>
                </a:solidFill>
                <a:latin typeface="Arial"/>
                <a:ea typeface="Arial"/>
                <a:cs typeface="Arial"/>
              </a:defRPr>
            </a:lvl8pPr>
            <a:lvl9pPr algn="l">
              <a:defRPr sz="3300" b="0">
                <a:solidFill>
                  <a:srgbClr val="F2F2F2"/>
                </a:solidFill>
                <a:latin typeface="Arial"/>
                <a:ea typeface="Arial"/>
                <a:cs typeface="Arial"/>
              </a:defRPr>
            </a:lvl9pPr>
          </a:lstStyle>
          <a:p xmlns:a="http://schemas.openxmlformats.org/drawingml/2006/main">
            <a:pPr algn="l">
              <a:lnSpc>
                <a:spcPct val="118000"/>
              </a:lnSpc>
              <a:buNone/>
              <a:defRPr sz="3300" b="0">
                <a:solidFill>
                  <a:srgbClr val="F2F2F2"/>
                </a:solidFill>
                <a:latin typeface="Arial"/>
                <a:ea typeface="Arial"/>
                <a:cs typeface="Arial"/>
              </a:defRPr>
            </a:pPr>
            <a:r>
              <a:rPr sz="3300" b="0">
                <a:solidFill>
                  <a:srgbClr val="F2F2F2"/>
                </a:solidFill>
                <a:latin typeface="Arial"/>
                <a:ea typeface="Arial"/>
                <a:cs typeface="Arial"/>
              </a:rPr>
              <a:t>An example CPU-spike scenario</a:t>
            </a:r>
          </a:p>
        </p:txBody>
      </p:sp>
      <p:sp>
        <p:nvSpPr>
          <p:cNvPr id="2" name="step-number-0">
            <a:extLst xmlns:a="http://schemas.openxmlformats.org/drawingml/2006/main">
              <a:ext uri="{FF2B5EF4-FFF2-40B4-BE49-F238E27FC236}">
                <a16:creationId xmlns:a16="http://schemas.microsoft.com/office/drawing/2014/main" id="{44E68227-ECFD-4E4A-943C-241840E0A686}"/>
              </a:ext>
            </a:extLst>
          </p:cNvPr>
          <p:cNvSpPr>
            <a:spLocks xmlns:a="http://schemas.openxmlformats.org/drawingml/2006/main" noGrp="1"/>
          </p:cNvSpPr>
          <p:nvPr/>
        </p:nvSpPr>
        <p:spPr>
          <a:xfrm xmlns:a="http://schemas.openxmlformats.org/drawingml/2006/main">
            <a:off x="628650" y="1743075"/>
            <a:ext cx="619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0">
                <a:solidFill>
                  <a:srgbClr val="9C9FA4"/>
                </a:solidFill>
                <a:latin typeface="Arial"/>
                <a:ea typeface="Arial"/>
                <a:cs typeface="Arial"/>
              </a:defRPr>
            </a:defPPr>
            <a:lvl1pPr algn="l">
              <a:defRPr sz="2325" b="0">
                <a:solidFill>
                  <a:srgbClr val="9C9FA4"/>
                </a:solidFill>
                <a:latin typeface="Arial"/>
                <a:ea typeface="Arial"/>
                <a:cs typeface="Arial"/>
              </a:defRPr>
            </a:lvl1pPr>
            <a:lvl2pPr algn="l">
              <a:defRPr sz="2325" b="0">
                <a:solidFill>
                  <a:srgbClr val="9C9FA4"/>
                </a:solidFill>
                <a:latin typeface="Arial"/>
                <a:ea typeface="Arial"/>
                <a:cs typeface="Arial"/>
              </a:defRPr>
            </a:lvl2pPr>
            <a:lvl3pPr algn="l">
              <a:defRPr sz="2325" b="0">
                <a:solidFill>
                  <a:srgbClr val="9C9FA4"/>
                </a:solidFill>
                <a:latin typeface="Arial"/>
                <a:ea typeface="Arial"/>
                <a:cs typeface="Arial"/>
              </a:defRPr>
            </a:lvl3pPr>
            <a:lvl4pPr algn="l">
              <a:defRPr sz="2325" b="0">
                <a:solidFill>
                  <a:srgbClr val="9C9FA4"/>
                </a:solidFill>
                <a:latin typeface="Arial"/>
                <a:ea typeface="Arial"/>
                <a:cs typeface="Arial"/>
              </a:defRPr>
            </a:lvl4pPr>
            <a:lvl5pPr algn="l">
              <a:defRPr sz="2325" b="0">
                <a:solidFill>
                  <a:srgbClr val="9C9FA4"/>
                </a:solidFill>
                <a:latin typeface="Arial"/>
                <a:ea typeface="Arial"/>
                <a:cs typeface="Arial"/>
              </a:defRPr>
            </a:lvl5pPr>
            <a:lvl6pPr algn="l">
              <a:defRPr sz="2325" b="0">
                <a:solidFill>
                  <a:srgbClr val="9C9FA4"/>
                </a:solidFill>
                <a:latin typeface="Arial"/>
                <a:ea typeface="Arial"/>
                <a:cs typeface="Arial"/>
              </a:defRPr>
            </a:lvl6pPr>
            <a:lvl7pPr algn="l">
              <a:defRPr sz="2325" b="0">
                <a:solidFill>
                  <a:srgbClr val="9C9FA4"/>
                </a:solidFill>
                <a:latin typeface="Arial"/>
                <a:ea typeface="Arial"/>
                <a:cs typeface="Arial"/>
              </a:defRPr>
            </a:lvl7pPr>
            <a:lvl8pPr algn="l">
              <a:defRPr sz="2325" b="0">
                <a:solidFill>
                  <a:srgbClr val="9C9FA4"/>
                </a:solidFill>
                <a:latin typeface="Arial"/>
                <a:ea typeface="Arial"/>
                <a:cs typeface="Arial"/>
              </a:defRPr>
            </a:lvl8pPr>
            <a:lvl9pPr algn="l">
              <a:defRPr sz="2325" b="0">
                <a:solidFill>
                  <a:srgbClr val="9C9FA4"/>
                </a:solidFill>
                <a:latin typeface="Arial"/>
                <a:ea typeface="Arial"/>
                <a:cs typeface="Arial"/>
              </a:defRPr>
            </a:lvl9pPr>
          </a:lstStyle>
          <a:p xmlns:a="http://schemas.openxmlformats.org/drawingml/2006/main">
            <a:pPr algn="l">
              <a:lnSpc>
                <a:spcPct val="118000"/>
              </a:lnSpc>
              <a:buNone/>
              <a:defRPr sz="2325" b="0">
                <a:solidFill>
                  <a:srgbClr val="9C9FA4"/>
                </a:solidFill>
                <a:latin typeface="Arial"/>
                <a:ea typeface="Arial"/>
                <a:cs typeface="Arial"/>
              </a:defRPr>
            </a:pPr>
            <a:r>
              <a:rPr sz="2325" b="0">
                <a:solidFill>
                  <a:srgbClr val="9C9FA4"/>
                </a:solidFill>
                <a:latin typeface="Arial"/>
                <a:ea typeface="Arial"/>
                <a:cs typeface="Arial"/>
              </a:rPr>
              <a:t>01</a:t>
            </a:r>
          </a:p>
        </p:txBody>
      </p:sp>
      <p:sp>
        <p:nvSpPr>
          <p:cNvPr id="3" name="step-title-0">
            <a:extLst xmlns:a="http://schemas.openxmlformats.org/drawingml/2006/main">
              <a:ext uri="{FF2B5EF4-FFF2-40B4-BE49-F238E27FC236}">
                <a16:creationId xmlns:a16="http://schemas.microsoft.com/office/drawing/2014/main" id="{48B3AAF2-36E1-4390-9740-5AE15CEA4D1D}"/>
              </a:ext>
            </a:extLst>
          </p:cNvPr>
          <p:cNvSpPr>
            <a:spLocks xmlns:a="http://schemas.openxmlformats.org/drawingml/2006/main" noGrp="1"/>
          </p:cNvSpPr>
          <p:nvPr/>
        </p:nvSpPr>
        <p:spPr>
          <a:xfrm xmlns:a="http://schemas.openxmlformats.org/drawingml/2006/main">
            <a:off x="1504950" y="1743075"/>
            <a:ext cx="26289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F2F2F2"/>
                </a:solidFill>
                <a:latin typeface="Arial"/>
                <a:ea typeface="Arial"/>
                <a:cs typeface="Arial"/>
              </a:defRPr>
            </a:defPPr>
            <a:lvl1pPr algn="l">
              <a:defRPr sz="1875" b="0">
                <a:solidFill>
                  <a:srgbClr val="F2F2F2"/>
                </a:solidFill>
                <a:latin typeface="Arial"/>
                <a:ea typeface="Arial"/>
                <a:cs typeface="Arial"/>
              </a:defRPr>
            </a:lvl1pPr>
            <a:lvl2pPr algn="l">
              <a:defRPr sz="1875" b="0">
                <a:solidFill>
                  <a:srgbClr val="F2F2F2"/>
                </a:solidFill>
                <a:latin typeface="Arial"/>
                <a:ea typeface="Arial"/>
                <a:cs typeface="Arial"/>
              </a:defRPr>
            </a:lvl2pPr>
            <a:lvl3pPr algn="l">
              <a:defRPr sz="1875" b="0">
                <a:solidFill>
                  <a:srgbClr val="F2F2F2"/>
                </a:solidFill>
                <a:latin typeface="Arial"/>
                <a:ea typeface="Arial"/>
                <a:cs typeface="Arial"/>
              </a:defRPr>
            </a:lvl3pPr>
            <a:lvl4pPr algn="l">
              <a:defRPr sz="1875" b="0">
                <a:solidFill>
                  <a:srgbClr val="F2F2F2"/>
                </a:solidFill>
                <a:latin typeface="Arial"/>
                <a:ea typeface="Arial"/>
                <a:cs typeface="Arial"/>
              </a:defRPr>
            </a:lvl4pPr>
            <a:lvl5pPr algn="l">
              <a:defRPr sz="1875" b="0">
                <a:solidFill>
                  <a:srgbClr val="F2F2F2"/>
                </a:solidFill>
                <a:latin typeface="Arial"/>
                <a:ea typeface="Arial"/>
                <a:cs typeface="Arial"/>
              </a:defRPr>
            </a:lvl5pPr>
            <a:lvl6pPr algn="l">
              <a:defRPr sz="1875" b="0">
                <a:solidFill>
                  <a:srgbClr val="F2F2F2"/>
                </a:solidFill>
                <a:latin typeface="Arial"/>
                <a:ea typeface="Arial"/>
                <a:cs typeface="Arial"/>
              </a:defRPr>
            </a:lvl6pPr>
            <a:lvl7pPr algn="l">
              <a:defRPr sz="1875" b="0">
                <a:solidFill>
                  <a:srgbClr val="F2F2F2"/>
                </a:solidFill>
                <a:latin typeface="Arial"/>
                <a:ea typeface="Arial"/>
                <a:cs typeface="Arial"/>
              </a:defRPr>
            </a:lvl7pPr>
            <a:lvl8pPr algn="l">
              <a:defRPr sz="1875" b="0">
                <a:solidFill>
                  <a:srgbClr val="F2F2F2"/>
                </a:solidFill>
                <a:latin typeface="Arial"/>
                <a:ea typeface="Arial"/>
                <a:cs typeface="Arial"/>
              </a:defRPr>
            </a:lvl8pPr>
            <a:lvl9pPr algn="l">
              <a:defRPr sz="1875" b="0">
                <a:solidFill>
                  <a:srgbClr val="F2F2F2"/>
                </a:solidFill>
                <a:latin typeface="Arial"/>
                <a:ea typeface="Arial"/>
                <a:cs typeface="Arial"/>
              </a:defRPr>
            </a:lvl9pPr>
          </a:lstStyle>
          <a:p xmlns:a="http://schemas.openxmlformats.org/drawingml/2006/main">
            <a:pPr algn="l">
              <a:lnSpc>
                <a:spcPct val="118000"/>
              </a:lnSpc>
              <a:buNone/>
              <a:defRPr sz="1875" b="0">
                <a:solidFill>
                  <a:srgbClr val="F2F2F2"/>
                </a:solidFill>
                <a:latin typeface="Arial"/>
                <a:ea typeface="Arial"/>
                <a:cs typeface="Arial"/>
              </a:defRPr>
            </a:pPr>
            <a:r>
              <a:rPr sz="1875" b="0">
                <a:solidFill>
                  <a:srgbClr val="F2F2F2"/>
                </a:solidFill>
                <a:latin typeface="Arial"/>
                <a:ea typeface="Arial"/>
                <a:cs typeface="Arial"/>
              </a:rPr>
              <a:t>Inject a demo fault</a:t>
            </a:r>
          </a:p>
        </p:txBody>
      </p:sp>
      <p:sp>
        <p:nvSpPr>
          <p:cNvPr id="4" name="step-description-0">
            <a:extLst xmlns:a="http://schemas.openxmlformats.org/drawingml/2006/main">
              <a:ext uri="{FF2B5EF4-FFF2-40B4-BE49-F238E27FC236}">
                <a16:creationId xmlns:a16="http://schemas.microsoft.com/office/drawing/2014/main" id="{6B76F759-60FF-46A2-8A36-ED15AB3BA59F}"/>
              </a:ext>
            </a:extLst>
          </p:cNvPr>
          <p:cNvSpPr>
            <a:spLocks xmlns:a="http://schemas.openxmlformats.org/drawingml/2006/main" noGrp="1"/>
          </p:cNvSpPr>
          <p:nvPr/>
        </p:nvSpPr>
        <p:spPr>
          <a:xfrm xmlns:a="http://schemas.openxmlformats.org/drawingml/2006/main">
            <a:off x="4552950" y="1743075"/>
            <a:ext cx="6838950" cy="942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The scenario sets simulated CPU utilization to 96%.</a:t>
            </a:r>
          </a:p>
        </p:txBody>
      </p:sp>
      <p:sp>
        <p:nvSpPr>
          <p:cNvPr id="5" name="step-number-1">
            <a:extLst xmlns:a="http://schemas.openxmlformats.org/drawingml/2006/main">
              <a:ext uri="{FF2B5EF4-FFF2-40B4-BE49-F238E27FC236}">
                <a16:creationId xmlns:a16="http://schemas.microsoft.com/office/drawing/2014/main" id="{A9D8D336-CE37-48D0-B026-655C4400ECA7}"/>
              </a:ext>
            </a:extLst>
          </p:cNvPr>
          <p:cNvSpPr>
            <a:spLocks xmlns:a="http://schemas.openxmlformats.org/drawingml/2006/main" noGrp="1"/>
          </p:cNvSpPr>
          <p:nvPr/>
        </p:nvSpPr>
        <p:spPr>
          <a:xfrm xmlns:a="http://schemas.openxmlformats.org/drawingml/2006/main">
            <a:off x="628650" y="2809875"/>
            <a:ext cx="619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0">
                <a:solidFill>
                  <a:srgbClr val="9C9FA4"/>
                </a:solidFill>
                <a:latin typeface="Arial"/>
                <a:ea typeface="Arial"/>
                <a:cs typeface="Arial"/>
              </a:defRPr>
            </a:defPPr>
            <a:lvl1pPr algn="l">
              <a:defRPr sz="2325" b="0">
                <a:solidFill>
                  <a:srgbClr val="9C9FA4"/>
                </a:solidFill>
                <a:latin typeface="Arial"/>
                <a:ea typeface="Arial"/>
                <a:cs typeface="Arial"/>
              </a:defRPr>
            </a:lvl1pPr>
            <a:lvl2pPr algn="l">
              <a:defRPr sz="2325" b="0">
                <a:solidFill>
                  <a:srgbClr val="9C9FA4"/>
                </a:solidFill>
                <a:latin typeface="Arial"/>
                <a:ea typeface="Arial"/>
                <a:cs typeface="Arial"/>
              </a:defRPr>
            </a:lvl2pPr>
            <a:lvl3pPr algn="l">
              <a:defRPr sz="2325" b="0">
                <a:solidFill>
                  <a:srgbClr val="9C9FA4"/>
                </a:solidFill>
                <a:latin typeface="Arial"/>
                <a:ea typeface="Arial"/>
                <a:cs typeface="Arial"/>
              </a:defRPr>
            </a:lvl3pPr>
            <a:lvl4pPr algn="l">
              <a:defRPr sz="2325" b="0">
                <a:solidFill>
                  <a:srgbClr val="9C9FA4"/>
                </a:solidFill>
                <a:latin typeface="Arial"/>
                <a:ea typeface="Arial"/>
                <a:cs typeface="Arial"/>
              </a:defRPr>
            </a:lvl4pPr>
            <a:lvl5pPr algn="l">
              <a:defRPr sz="2325" b="0">
                <a:solidFill>
                  <a:srgbClr val="9C9FA4"/>
                </a:solidFill>
                <a:latin typeface="Arial"/>
                <a:ea typeface="Arial"/>
                <a:cs typeface="Arial"/>
              </a:defRPr>
            </a:lvl5pPr>
            <a:lvl6pPr algn="l">
              <a:defRPr sz="2325" b="0">
                <a:solidFill>
                  <a:srgbClr val="9C9FA4"/>
                </a:solidFill>
                <a:latin typeface="Arial"/>
                <a:ea typeface="Arial"/>
                <a:cs typeface="Arial"/>
              </a:defRPr>
            </a:lvl6pPr>
            <a:lvl7pPr algn="l">
              <a:defRPr sz="2325" b="0">
                <a:solidFill>
                  <a:srgbClr val="9C9FA4"/>
                </a:solidFill>
                <a:latin typeface="Arial"/>
                <a:ea typeface="Arial"/>
                <a:cs typeface="Arial"/>
              </a:defRPr>
            </a:lvl7pPr>
            <a:lvl8pPr algn="l">
              <a:defRPr sz="2325" b="0">
                <a:solidFill>
                  <a:srgbClr val="9C9FA4"/>
                </a:solidFill>
                <a:latin typeface="Arial"/>
                <a:ea typeface="Arial"/>
                <a:cs typeface="Arial"/>
              </a:defRPr>
            </a:lvl8pPr>
            <a:lvl9pPr algn="l">
              <a:defRPr sz="2325" b="0">
                <a:solidFill>
                  <a:srgbClr val="9C9FA4"/>
                </a:solidFill>
                <a:latin typeface="Arial"/>
                <a:ea typeface="Arial"/>
                <a:cs typeface="Arial"/>
              </a:defRPr>
            </a:lvl9pPr>
          </a:lstStyle>
          <a:p xmlns:a="http://schemas.openxmlformats.org/drawingml/2006/main">
            <a:pPr algn="l">
              <a:lnSpc>
                <a:spcPct val="118000"/>
              </a:lnSpc>
              <a:buNone/>
              <a:defRPr sz="2325" b="0">
                <a:solidFill>
                  <a:srgbClr val="9C9FA4"/>
                </a:solidFill>
                <a:latin typeface="Arial"/>
                <a:ea typeface="Arial"/>
                <a:cs typeface="Arial"/>
              </a:defRPr>
            </a:pPr>
            <a:r>
              <a:rPr sz="2325" b="0">
                <a:solidFill>
                  <a:srgbClr val="9C9FA4"/>
                </a:solidFill>
                <a:latin typeface="Arial"/>
                <a:ea typeface="Arial"/>
                <a:cs typeface="Arial"/>
              </a:rPr>
              <a:t>02</a:t>
            </a:r>
          </a:p>
        </p:txBody>
      </p:sp>
      <p:sp>
        <p:nvSpPr>
          <p:cNvPr id="6" name="step-title-1">
            <a:extLst xmlns:a="http://schemas.openxmlformats.org/drawingml/2006/main">
              <a:ext uri="{FF2B5EF4-FFF2-40B4-BE49-F238E27FC236}">
                <a16:creationId xmlns:a16="http://schemas.microsoft.com/office/drawing/2014/main" id="{FF4A33E7-04D6-4674-8D1B-07F8DE88CA1E}"/>
              </a:ext>
            </a:extLst>
          </p:cNvPr>
          <p:cNvSpPr>
            <a:spLocks xmlns:a="http://schemas.openxmlformats.org/drawingml/2006/main" noGrp="1"/>
          </p:cNvSpPr>
          <p:nvPr/>
        </p:nvSpPr>
        <p:spPr>
          <a:xfrm xmlns:a="http://schemas.openxmlformats.org/drawingml/2006/main">
            <a:off x="1504950" y="2809875"/>
            <a:ext cx="26289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F2F2F2"/>
                </a:solidFill>
                <a:latin typeface="Arial"/>
                <a:ea typeface="Arial"/>
                <a:cs typeface="Arial"/>
              </a:defRPr>
            </a:defPPr>
            <a:lvl1pPr algn="l">
              <a:defRPr sz="1875" b="0">
                <a:solidFill>
                  <a:srgbClr val="F2F2F2"/>
                </a:solidFill>
                <a:latin typeface="Arial"/>
                <a:ea typeface="Arial"/>
                <a:cs typeface="Arial"/>
              </a:defRPr>
            </a:lvl1pPr>
            <a:lvl2pPr algn="l">
              <a:defRPr sz="1875" b="0">
                <a:solidFill>
                  <a:srgbClr val="F2F2F2"/>
                </a:solidFill>
                <a:latin typeface="Arial"/>
                <a:ea typeface="Arial"/>
                <a:cs typeface="Arial"/>
              </a:defRPr>
            </a:lvl2pPr>
            <a:lvl3pPr algn="l">
              <a:defRPr sz="1875" b="0">
                <a:solidFill>
                  <a:srgbClr val="F2F2F2"/>
                </a:solidFill>
                <a:latin typeface="Arial"/>
                <a:ea typeface="Arial"/>
                <a:cs typeface="Arial"/>
              </a:defRPr>
            </a:lvl3pPr>
            <a:lvl4pPr algn="l">
              <a:defRPr sz="1875" b="0">
                <a:solidFill>
                  <a:srgbClr val="F2F2F2"/>
                </a:solidFill>
                <a:latin typeface="Arial"/>
                <a:ea typeface="Arial"/>
                <a:cs typeface="Arial"/>
              </a:defRPr>
            </a:lvl4pPr>
            <a:lvl5pPr algn="l">
              <a:defRPr sz="1875" b="0">
                <a:solidFill>
                  <a:srgbClr val="F2F2F2"/>
                </a:solidFill>
                <a:latin typeface="Arial"/>
                <a:ea typeface="Arial"/>
                <a:cs typeface="Arial"/>
              </a:defRPr>
            </a:lvl5pPr>
            <a:lvl6pPr algn="l">
              <a:defRPr sz="1875" b="0">
                <a:solidFill>
                  <a:srgbClr val="F2F2F2"/>
                </a:solidFill>
                <a:latin typeface="Arial"/>
                <a:ea typeface="Arial"/>
                <a:cs typeface="Arial"/>
              </a:defRPr>
            </a:lvl6pPr>
            <a:lvl7pPr algn="l">
              <a:defRPr sz="1875" b="0">
                <a:solidFill>
                  <a:srgbClr val="F2F2F2"/>
                </a:solidFill>
                <a:latin typeface="Arial"/>
                <a:ea typeface="Arial"/>
                <a:cs typeface="Arial"/>
              </a:defRPr>
            </a:lvl7pPr>
            <a:lvl8pPr algn="l">
              <a:defRPr sz="1875" b="0">
                <a:solidFill>
                  <a:srgbClr val="F2F2F2"/>
                </a:solidFill>
                <a:latin typeface="Arial"/>
                <a:ea typeface="Arial"/>
                <a:cs typeface="Arial"/>
              </a:defRPr>
            </a:lvl8pPr>
            <a:lvl9pPr algn="l">
              <a:defRPr sz="1875" b="0">
                <a:solidFill>
                  <a:srgbClr val="F2F2F2"/>
                </a:solidFill>
                <a:latin typeface="Arial"/>
                <a:ea typeface="Arial"/>
                <a:cs typeface="Arial"/>
              </a:defRPr>
            </a:lvl9pPr>
          </a:lstStyle>
          <a:p xmlns:a="http://schemas.openxmlformats.org/drawingml/2006/main">
            <a:pPr algn="l">
              <a:lnSpc>
                <a:spcPct val="118000"/>
              </a:lnSpc>
              <a:buNone/>
              <a:defRPr sz="1875" b="0">
                <a:solidFill>
                  <a:srgbClr val="F2F2F2"/>
                </a:solidFill>
                <a:latin typeface="Arial"/>
                <a:ea typeface="Arial"/>
                <a:cs typeface="Arial"/>
              </a:defRPr>
            </a:pPr>
            <a:r>
              <a:rPr sz="1875" b="0">
                <a:solidFill>
                  <a:srgbClr val="F2F2F2"/>
                </a:solidFill>
                <a:latin typeface="Arial"/>
                <a:ea typeface="Arial"/>
                <a:cs typeface="Arial"/>
              </a:rPr>
              <a:t>Inspect the evidence</a:t>
            </a:r>
          </a:p>
        </p:txBody>
      </p:sp>
      <p:sp>
        <p:nvSpPr>
          <p:cNvPr id="7" name="step-description-1">
            <a:extLst xmlns:a="http://schemas.openxmlformats.org/drawingml/2006/main">
              <a:ext uri="{FF2B5EF4-FFF2-40B4-BE49-F238E27FC236}">
                <a16:creationId xmlns:a16="http://schemas.microsoft.com/office/drawing/2014/main" id="{B30DBC88-9011-4D3E-B2AB-D1A093F260FD}"/>
              </a:ext>
            </a:extLst>
          </p:cNvPr>
          <p:cNvSpPr>
            <a:spLocks xmlns:a="http://schemas.openxmlformats.org/drawingml/2006/main" noGrp="1"/>
          </p:cNvSpPr>
          <p:nvPr/>
        </p:nvSpPr>
        <p:spPr>
          <a:xfrm xmlns:a="http://schemas.openxmlformats.org/drawingml/2006/main">
            <a:off x="4552950" y="2809875"/>
            <a:ext cx="6838950" cy="942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A rule explains why the measurement exceeds its threshold.</a:t>
            </a:r>
          </a:p>
        </p:txBody>
      </p:sp>
      <p:sp>
        <p:nvSpPr>
          <p:cNvPr id="8" name="step-number-2">
            <a:extLst xmlns:a="http://schemas.openxmlformats.org/drawingml/2006/main">
              <a:ext uri="{FF2B5EF4-FFF2-40B4-BE49-F238E27FC236}">
                <a16:creationId xmlns:a16="http://schemas.microsoft.com/office/drawing/2014/main" id="{7CB458A1-622E-4508-98D8-C9FD5C819FDF}"/>
              </a:ext>
            </a:extLst>
          </p:cNvPr>
          <p:cNvSpPr>
            <a:spLocks xmlns:a="http://schemas.openxmlformats.org/drawingml/2006/main" noGrp="1"/>
          </p:cNvSpPr>
          <p:nvPr/>
        </p:nvSpPr>
        <p:spPr>
          <a:xfrm xmlns:a="http://schemas.openxmlformats.org/drawingml/2006/main">
            <a:off x="628650" y="3876675"/>
            <a:ext cx="619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0">
                <a:solidFill>
                  <a:srgbClr val="9C9FA4"/>
                </a:solidFill>
                <a:latin typeface="Arial"/>
                <a:ea typeface="Arial"/>
                <a:cs typeface="Arial"/>
              </a:defRPr>
            </a:defPPr>
            <a:lvl1pPr algn="l">
              <a:defRPr sz="2325" b="0">
                <a:solidFill>
                  <a:srgbClr val="9C9FA4"/>
                </a:solidFill>
                <a:latin typeface="Arial"/>
                <a:ea typeface="Arial"/>
                <a:cs typeface="Arial"/>
              </a:defRPr>
            </a:lvl1pPr>
            <a:lvl2pPr algn="l">
              <a:defRPr sz="2325" b="0">
                <a:solidFill>
                  <a:srgbClr val="9C9FA4"/>
                </a:solidFill>
                <a:latin typeface="Arial"/>
                <a:ea typeface="Arial"/>
                <a:cs typeface="Arial"/>
              </a:defRPr>
            </a:lvl2pPr>
            <a:lvl3pPr algn="l">
              <a:defRPr sz="2325" b="0">
                <a:solidFill>
                  <a:srgbClr val="9C9FA4"/>
                </a:solidFill>
                <a:latin typeface="Arial"/>
                <a:ea typeface="Arial"/>
                <a:cs typeface="Arial"/>
              </a:defRPr>
            </a:lvl3pPr>
            <a:lvl4pPr algn="l">
              <a:defRPr sz="2325" b="0">
                <a:solidFill>
                  <a:srgbClr val="9C9FA4"/>
                </a:solidFill>
                <a:latin typeface="Arial"/>
                <a:ea typeface="Arial"/>
                <a:cs typeface="Arial"/>
              </a:defRPr>
            </a:lvl4pPr>
            <a:lvl5pPr algn="l">
              <a:defRPr sz="2325" b="0">
                <a:solidFill>
                  <a:srgbClr val="9C9FA4"/>
                </a:solidFill>
                <a:latin typeface="Arial"/>
                <a:ea typeface="Arial"/>
                <a:cs typeface="Arial"/>
              </a:defRPr>
            </a:lvl5pPr>
            <a:lvl6pPr algn="l">
              <a:defRPr sz="2325" b="0">
                <a:solidFill>
                  <a:srgbClr val="9C9FA4"/>
                </a:solidFill>
                <a:latin typeface="Arial"/>
                <a:ea typeface="Arial"/>
                <a:cs typeface="Arial"/>
              </a:defRPr>
            </a:lvl6pPr>
            <a:lvl7pPr algn="l">
              <a:defRPr sz="2325" b="0">
                <a:solidFill>
                  <a:srgbClr val="9C9FA4"/>
                </a:solidFill>
                <a:latin typeface="Arial"/>
                <a:ea typeface="Arial"/>
                <a:cs typeface="Arial"/>
              </a:defRPr>
            </a:lvl7pPr>
            <a:lvl8pPr algn="l">
              <a:defRPr sz="2325" b="0">
                <a:solidFill>
                  <a:srgbClr val="9C9FA4"/>
                </a:solidFill>
                <a:latin typeface="Arial"/>
                <a:ea typeface="Arial"/>
                <a:cs typeface="Arial"/>
              </a:defRPr>
            </a:lvl8pPr>
            <a:lvl9pPr algn="l">
              <a:defRPr sz="2325" b="0">
                <a:solidFill>
                  <a:srgbClr val="9C9FA4"/>
                </a:solidFill>
                <a:latin typeface="Arial"/>
                <a:ea typeface="Arial"/>
                <a:cs typeface="Arial"/>
              </a:defRPr>
            </a:lvl9pPr>
          </a:lstStyle>
          <a:p xmlns:a="http://schemas.openxmlformats.org/drawingml/2006/main">
            <a:pPr algn="l">
              <a:lnSpc>
                <a:spcPct val="118000"/>
              </a:lnSpc>
              <a:buNone/>
              <a:defRPr sz="2325" b="0">
                <a:solidFill>
                  <a:srgbClr val="9C9FA4"/>
                </a:solidFill>
                <a:latin typeface="Arial"/>
                <a:ea typeface="Arial"/>
                <a:cs typeface="Arial"/>
              </a:defRPr>
            </a:pPr>
            <a:r>
              <a:rPr sz="2325" b="0">
                <a:solidFill>
                  <a:srgbClr val="9C9FA4"/>
                </a:solidFill>
                <a:latin typeface="Arial"/>
                <a:ea typeface="Arial"/>
                <a:cs typeface="Arial"/>
              </a:rPr>
              <a:t>03</a:t>
            </a:r>
          </a:p>
        </p:txBody>
      </p:sp>
      <p:sp>
        <p:nvSpPr>
          <p:cNvPr id="9" name="step-title-2">
            <a:extLst xmlns:a="http://schemas.openxmlformats.org/drawingml/2006/main">
              <a:ext uri="{FF2B5EF4-FFF2-40B4-BE49-F238E27FC236}">
                <a16:creationId xmlns:a16="http://schemas.microsoft.com/office/drawing/2014/main" id="{7C062EE2-24AF-453E-89A8-92E1D0FA5847}"/>
              </a:ext>
            </a:extLst>
          </p:cNvPr>
          <p:cNvSpPr>
            <a:spLocks xmlns:a="http://schemas.openxmlformats.org/drawingml/2006/main" noGrp="1"/>
          </p:cNvSpPr>
          <p:nvPr/>
        </p:nvSpPr>
        <p:spPr>
          <a:xfrm xmlns:a="http://schemas.openxmlformats.org/drawingml/2006/main">
            <a:off x="1504950" y="3876675"/>
            <a:ext cx="26289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F2F2F2"/>
                </a:solidFill>
                <a:latin typeface="Arial"/>
                <a:ea typeface="Arial"/>
                <a:cs typeface="Arial"/>
              </a:defRPr>
            </a:defPPr>
            <a:lvl1pPr algn="l">
              <a:defRPr sz="1875" b="0">
                <a:solidFill>
                  <a:srgbClr val="F2F2F2"/>
                </a:solidFill>
                <a:latin typeface="Arial"/>
                <a:ea typeface="Arial"/>
                <a:cs typeface="Arial"/>
              </a:defRPr>
            </a:lvl1pPr>
            <a:lvl2pPr algn="l">
              <a:defRPr sz="1875" b="0">
                <a:solidFill>
                  <a:srgbClr val="F2F2F2"/>
                </a:solidFill>
                <a:latin typeface="Arial"/>
                <a:ea typeface="Arial"/>
                <a:cs typeface="Arial"/>
              </a:defRPr>
            </a:lvl2pPr>
            <a:lvl3pPr algn="l">
              <a:defRPr sz="1875" b="0">
                <a:solidFill>
                  <a:srgbClr val="F2F2F2"/>
                </a:solidFill>
                <a:latin typeface="Arial"/>
                <a:ea typeface="Arial"/>
                <a:cs typeface="Arial"/>
              </a:defRPr>
            </a:lvl3pPr>
            <a:lvl4pPr algn="l">
              <a:defRPr sz="1875" b="0">
                <a:solidFill>
                  <a:srgbClr val="F2F2F2"/>
                </a:solidFill>
                <a:latin typeface="Arial"/>
                <a:ea typeface="Arial"/>
                <a:cs typeface="Arial"/>
              </a:defRPr>
            </a:lvl4pPr>
            <a:lvl5pPr algn="l">
              <a:defRPr sz="1875" b="0">
                <a:solidFill>
                  <a:srgbClr val="F2F2F2"/>
                </a:solidFill>
                <a:latin typeface="Arial"/>
                <a:ea typeface="Arial"/>
                <a:cs typeface="Arial"/>
              </a:defRPr>
            </a:lvl5pPr>
            <a:lvl6pPr algn="l">
              <a:defRPr sz="1875" b="0">
                <a:solidFill>
                  <a:srgbClr val="F2F2F2"/>
                </a:solidFill>
                <a:latin typeface="Arial"/>
                <a:ea typeface="Arial"/>
                <a:cs typeface="Arial"/>
              </a:defRPr>
            </a:lvl6pPr>
            <a:lvl7pPr algn="l">
              <a:defRPr sz="1875" b="0">
                <a:solidFill>
                  <a:srgbClr val="F2F2F2"/>
                </a:solidFill>
                <a:latin typeface="Arial"/>
                <a:ea typeface="Arial"/>
                <a:cs typeface="Arial"/>
              </a:defRPr>
            </a:lvl7pPr>
            <a:lvl8pPr algn="l">
              <a:defRPr sz="1875" b="0">
                <a:solidFill>
                  <a:srgbClr val="F2F2F2"/>
                </a:solidFill>
                <a:latin typeface="Arial"/>
                <a:ea typeface="Arial"/>
                <a:cs typeface="Arial"/>
              </a:defRPr>
            </a:lvl8pPr>
            <a:lvl9pPr algn="l">
              <a:defRPr sz="1875" b="0">
                <a:solidFill>
                  <a:srgbClr val="F2F2F2"/>
                </a:solidFill>
                <a:latin typeface="Arial"/>
                <a:ea typeface="Arial"/>
                <a:cs typeface="Arial"/>
              </a:defRPr>
            </a:lvl9pPr>
          </a:lstStyle>
          <a:p xmlns:a="http://schemas.openxmlformats.org/drawingml/2006/main">
            <a:pPr algn="l">
              <a:lnSpc>
                <a:spcPct val="118000"/>
              </a:lnSpc>
              <a:buNone/>
              <a:defRPr sz="1875" b="0">
                <a:solidFill>
                  <a:srgbClr val="F2F2F2"/>
                </a:solidFill>
                <a:latin typeface="Arial"/>
                <a:ea typeface="Arial"/>
                <a:cs typeface="Arial"/>
              </a:defRPr>
            </a:pPr>
            <a:r>
              <a:rPr sz="1875" b="0">
                <a:solidFill>
                  <a:srgbClr val="F2F2F2"/>
                </a:solidFill>
                <a:latin typeface="Arial"/>
                <a:ea typeface="Arial"/>
                <a:cs typeface="Arial"/>
              </a:rPr>
              <a:t>Approve a recommendation</a:t>
            </a:r>
          </a:p>
        </p:txBody>
      </p:sp>
      <p:sp>
        <p:nvSpPr>
          <p:cNvPr id="10" name="step-description-2">
            <a:extLst xmlns:a="http://schemas.openxmlformats.org/drawingml/2006/main">
              <a:ext uri="{FF2B5EF4-FFF2-40B4-BE49-F238E27FC236}">
                <a16:creationId xmlns:a16="http://schemas.microsoft.com/office/drawing/2014/main" id="{FFE34013-7F9A-4E44-9FB2-6AAF0DED8D1A}"/>
              </a:ext>
            </a:extLst>
          </p:cNvPr>
          <p:cNvSpPr>
            <a:spLocks xmlns:a="http://schemas.openxmlformats.org/drawingml/2006/main" noGrp="1"/>
          </p:cNvSpPr>
          <p:nvPr/>
        </p:nvSpPr>
        <p:spPr>
          <a:xfrm xmlns:a="http://schemas.openxmlformats.org/drawingml/2006/main">
            <a:off x="4552950" y="3876675"/>
            <a:ext cx="6838950" cy="942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The operator reviews the target and resumes the paused healing policy.</a:t>
            </a:r>
          </a:p>
        </p:txBody>
      </p:sp>
      <p:sp>
        <p:nvSpPr>
          <p:cNvPr id="11" name="step-number-3">
            <a:extLst xmlns:a="http://schemas.openxmlformats.org/drawingml/2006/main">
              <a:ext uri="{FF2B5EF4-FFF2-40B4-BE49-F238E27FC236}">
                <a16:creationId xmlns:a16="http://schemas.microsoft.com/office/drawing/2014/main" id="{9AC54DF5-3DA8-481D-B8F9-BF1F4B26DEE9}"/>
              </a:ext>
            </a:extLst>
          </p:cNvPr>
          <p:cNvSpPr>
            <a:spLocks xmlns:a="http://schemas.openxmlformats.org/drawingml/2006/main" noGrp="1"/>
          </p:cNvSpPr>
          <p:nvPr/>
        </p:nvSpPr>
        <p:spPr>
          <a:xfrm xmlns:a="http://schemas.openxmlformats.org/drawingml/2006/main">
            <a:off x="628650" y="4943475"/>
            <a:ext cx="619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0">
                <a:solidFill>
                  <a:srgbClr val="9C9FA4"/>
                </a:solidFill>
                <a:latin typeface="Arial"/>
                <a:ea typeface="Arial"/>
                <a:cs typeface="Arial"/>
              </a:defRPr>
            </a:defPPr>
            <a:lvl1pPr algn="l">
              <a:defRPr sz="2325" b="0">
                <a:solidFill>
                  <a:srgbClr val="9C9FA4"/>
                </a:solidFill>
                <a:latin typeface="Arial"/>
                <a:ea typeface="Arial"/>
                <a:cs typeface="Arial"/>
              </a:defRPr>
            </a:lvl1pPr>
            <a:lvl2pPr algn="l">
              <a:defRPr sz="2325" b="0">
                <a:solidFill>
                  <a:srgbClr val="9C9FA4"/>
                </a:solidFill>
                <a:latin typeface="Arial"/>
                <a:ea typeface="Arial"/>
                <a:cs typeface="Arial"/>
              </a:defRPr>
            </a:lvl2pPr>
            <a:lvl3pPr algn="l">
              <a:defRPr sz="2325" b="0">
                <a:solidFill>
                  <a:srgbClr val="9C9FA4"/>
                </a:solidFill>
                <a:latin typeface="Arial"/>
                <a:ea typeface="Arial"/>
                <a:cs typeface="Arial"/>
              </a:defRPr>
            </a:lvl3pPr>
            <a:lvl4pPr algn="l">
              <a:defRPr sz="2325" b="0">
                <a:solidFill>
                  <a:srgbClr val="9C9FA4"/>
                </a:solidFill>
                <a:latin typeface="Arial"/>
                <a:ea typeface="Arial"/>
                <a:cs typeface="Arial"/>
              </a:defRPr>
            </a:lvl4pPr>
            <a:lvl5pPr algn="l">
              <a:defRPr sz="2325" b="0">
                <a:solidFill>
                  <a:srgbClr val="9C9FA4"/>
                </a:solidFill>
                <a:latin typeface="Arial"/>
                <a:ea typeface="Arial"/>
                <a:cs typeface="Arial"/>
              </a:defRPr>
            </a:lvl5pPr>
            <a:lvl6pPr algn="l">
              <a:defRPr sz="2325" b="0">
                <a:solidFill>
                  <a:srgbClr val="9C9FA4"/>
                </a:solidFill>
                <a:latin typeface="Arial"/>
                <a:ea typeface="Arial"/>
                <a:cs typeface="Arial"/>
              </a:defRPr>
            </a:lvl6pPr>
            <a:lvl7pPr algn="l">
              <a:defRPr sz="2325" b="0">
                <a:solidFill>
                  <a:srgbClr val="9C9FA4"/>
                </a:solidFill>
                <a:latin typeface="Arial"/>
                <a:ea typeface="Arial"/>
                <a:cs typeface="Arial"/>
              </a:defRPr>
            </a:lvl7pPr>
            <a:lvl8pPr algn="l">
              <a:defRPr sz="2325" b="0">
                <a:solidFill>
                  <a:srgbClr val="9C9FA4"/>
                </a:solidFill>
                <a:latin typeface="Arial"/>
                <a:ea typeface="Arial"/>
                <a:cs typeface="Arial"/>
              </a:defRPr>
            </a:lvl8pPr>
            <a:lvl9pPr algn="l">
              <a:defRPr sz="2325" b="0">
                <a:solidFill>
                  <a:srgbClr val="9C9FA4"/>
                </a:solidFill>
                <a:latin typeface="Arial"/>
                <a:ea typeface="Arial"/>
                <a:cs typeface="Arial"/>
              </a:defRPr>
            </a:lvl9pPr>
          </a:lstStyle>
          <a:p xmlns:a="http://schemas.openxmlformats.org/drawingml/2006/main">
            <a:pPr algn="l">
              <a:lnSpc>
                <a:spcPct val="118000"/>
              </a:lnSpc>
              <a:buNone/>
              <a:defRPr sz="2325" b="0">
                <a:solidFill>
                  <a:srgbClr val="9C9FA4"/>
                </a:solidFill>
                <a:latin typeface="Arial"/>
                <a:ea typeface="Arial"/>
                <a:cs typeface="Arial"/>
              </a:defRPr>
            </a:pPr>
            <a:r>
              <a:rPr sz="2325" b="0">
                <a:solidFill>
                  <a:srgbClr val="9C9FA4"/>
                </a:solidFill>
                <a:latin typeface="Arial"/>
                <a:ea typeface="Arial"/>
                <a:cs typeface="Arial"/>
              </a:rPr>
              <a:t>04</a:t>
            </a:r>
          </a:p>
        </p:txBody>
      </p:sp>
      <p:sp>
        <p:nvSpPr>
          <p:cNvPr id="12" name="step-title-3">
            <a:extLst xmlns:a="http://schemas.openxmlformats.org/drawingml/2006/main">
              <a:ext uri="{FF2B5EF4-FFF2-40B4-BE49-F238E27FC236}">
                <a16:creationId xmlns:a16="http://schemas.microsoft.com/office/drawing/2014/main" id="{BC65B238-D3E1-4423-95E3-1F3B69089350}"/>
              </a:ext>
            </a:extLst>
          </p:cNvPr>
          <p:cNvSpPr>
            <a:spLocks xmlns:a="http://schemas.openxmlformats.org/drawingml/2006/main" noGrp="1"/>
          </p:cNvSpPr>
          <p:nvPr/>
        </p:nvSpPr>
        <p:spPr>
          <a:xfrm xmlns:a="http://schemas.openxmlformats.org/drawingml/2006/main">
            <a:off x="1504950" y="4943475"/>
            <a:ext cx="26289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F2F2F2"/>
                </a:solidFill>
                <a:latin typeface="Arial"/>
                <a:ea typeface="Arial"/>
                <a:cs typeface="Arial"/>
              </a:defRPr>
            </a:defPPr>
            <a:lvl1pPr algn="l">
              <a:defRPr sz="1875" b="0">
                <a:solidFill>
                  <a:srgbClr val="F2F2F2"/>
                </a:solidFill>
                <a:latin typeface="Arial"/>
                <a:ea typeface="Arial"/>
                <a:cs typeface="Arial"/>
              </a:defRPr>
            </a:lvl1pPr>
            <a:lvl2pPr algn="l">
              <a:defRPr sz="1875" b="0">
                <a:solidFill>
                  <a:srgbClr val="F2F2F2"/>
                </a:solidFill>
                <a:latin typeface="Arial"/>
                <a:ea typeface="Arial"/>
                <a:cs typeface="Arial"/>
              </a:defRPr>
            </a:lvl2pPr>
            <a:lvl3pPr algn="l">
              <a:defRPr sz="1875" b="0">
                <a:solidFill>
                  <a:srgbClr val="F2F2F2"/>
                </a:solidFill>
                <a:latin typeface="Arial"/>
                <a:ea typeface="Arial"/>
                <a:cs typeface="Arial"/>
              </a:defRPr>
            </a:lvl3pPr>
            <a:lvl4pPr algn="l">
              <a:defRPr sz="1875" b="0">
                <a:solidFill>
                  <a:srgbClr val="F2F2F2"/>
                </a:solidFill>
                <a:latin typeface="Arial"/>
                <a:ea typeface="Arial"/>
                <a:cs typeface="Arial"/>
              </a:defRPr>
            </a:lvl4pPr>
            <a:lvl5pPr algn="l">
              <a:defRPr sz="1875" b="0">
                <a:solidFill>
                  <a:srgbClr val="F2F2F2"/>
                </a:solidFill>
                <a:latin typeface="Arial"/>
                <a:ea typeface="Arial"/>
                <a:cs typeface="Arial"/>
              </a:defRPr>
            </a:lvl5pPr>
            <a:lvl6pPr algn="l">
              <a:defRPr sz="1875" b="0">
                <a:solidFill>
                  <a:srgbClr val="F2F2F2"/>
                </a:solidFill>
                <a:latin typeface="Arial"/>
                <a:ea typeface="Arial"/>
                <a:cs typeface="Arial"/>
              </a:defRPr>
            </a:lvl6pPr>
            <a:lvl7pPr algn="l">
              <a:defRPr sz="1875" b="0">
                <a:solidFill>
                  <a:srgbClr val="F2F2F2"/>
                </a:solidFill>
                <a:latin typeface="Arial"/>
                <a:ea typeface="Arial"/>
                <a:cs typeface="Arial"/>
              </a:defRPr>
            </a:lvl7pPr>
            <a:lvl8pPr algn="l">
              <a:defRPr sz="1875" b="0">
                <a:solidFill>
                  <a:srgbClr val="F2F2F2"/>
                </a:solidFill>
                <a:latin typeface="Arial"/>
                <a:ea typeface="Arial"/>
                <a:cs typeface="Arial"/>
              </a:defRPr>
            </a:lvl8pPr>
            <a:lvl9pPr algn="l">
              <a:defRPr sz="1875" b="0">
                <a:solidFill>
                  <a:srgbClr val="F2F2F2"/>
                </a:solidFill>
                <a:latin typeface="Arial"/>
                <a:ea typeface="Arial"/>
                <a:cs typeface="Arial"/>
              </a:defRPr>
            </a:lvl9pPr>
          </a:lstStyle>
          <a:p xmlns:a="http://schemas.openxmlformats.org/drawingml/2006/main">
            <a:pPr algn="l">
              <a:lnSpc>
                <a:spcPct val="118000"/>
              </a:lnSpc>
              <a:buNone/>
              <a:defRPr sz="1875" b="0">
                <a:solidFill>
                  <a:srgbClr val="F2F2F2"/>
                </a:solidFill>
                <a:latin typeface="Arial"/>
                <a:ea typeface="Arial"/>
                <a:cs typeface="Arial"/>
              </a:defRPr>
            </a:pPr>
            <a:r>
              <a:rPr sz="1875" b="0">
                <a:solidFill>
                  <a:srgbClr val="F2F2F2"/>
                </a:solidFill>
                <a:latin typeface="Arial"/>
                <a:ea typeface="Arial"/>
                <a:cs typeface="Arial"/>
              </a:rPr>
              <a:t>Simulate recovery</a:t>
            </a:r>
          </a:p>
        </p:txBody>
      </p:sp>
      <p:sp>
        <p:nvSpPr>
          <p:cNvPr id="13" name="step-description-3">
            <a:extLst xmlns:a="http://schemas.openxmlformats.org/drawingml/2006/main">
              <a:ext uri="{FF2B5EF4-FFF2-40B4-BE49-F238E27FC236}">
                <a16:creationId xmlns:a16="http://schemas.microsoft.com/office/drawing/2014/main" id="{7EC8E422-59CC-4B9F-9C7E-0352E2C26901}"/>
              </a:ext>
            </a:extLst>
          </p:cNvPr>
          <p:cNvSpPr>
            <a:spLocks xmlns:a="http://schemas.openxmlformats.org/drawingml/2006/main" noGrp="1"/>
          </p:cNvSpPr>
          <p:nvPr/>
        </p:nvSpPr>
        <p:spPr>
          <a:xfrm xmlns:a="http://schemas.openxmlformats.org/drawingml/2006/main">
            <a:off x="4552950" y="4943475"/>
            <a:ext cx="6838950" cy="942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The demonstration restores healthy telemetry and records before and after values.</a:t>
            </a:r>
          </a:p>
        </p:txBody>
      </p:sp>
      <p:sp>
        <p:nvSpPr>
          <p:cNvPr id="14" name="page-number">
            <a:extLst xmlns:a="http://schemas.openxmlformats.org/drawingml/2006/main">
              <a:ext uri="{FF2B5EF4-FFF2-40B4-BE49-F238E27FC236}">
                <a16:creationId xmlns:a16="http://schemas.microsoft.com/office/drawing/2014/main" id="{6DB5C176-1385-4B3C-9F3C-E9CDDE83ED6F}"/>
              </a:ext>
            </a:extLst>
          </p:cNvPr>
          <p:cNvSpPr>
            <a:spLocks xmlns:a="http://schemas.openxmlformats.org/drawingml/2006/main" noGrp="1"/>
          </p:cNvSpPr>
          <p:nvPr/>
        </p:nvSpPr>
        <p:spPr>
          <a:xfrm xmlns:a="http://schemas.openxmlformats.org/drawingml/2006/main">
            <a:off x="10763250" y="6457950"/>
            <a:ext cx="857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0">
                <a:solidFill>
                  <a:srgbClr val="9C9FA4"/>
                </a:solidFill>
                <a:latin typeface="Arial"/>
                <a:ea typeface="Arial"/>
                <a:cs typeface="Arial"/>
              </a:defRPr>
            </a:defPPr>
            <a:lvl1pPr algn="l">
              <a:defRPr sz="1050" b="0">
                <a:solidFill>
                  <a:srgbClr val="9C9FA4"/>
                </a:solidFill>
                <a:latin typeface="Arial"/>
                <a:ea typeface="Arial"/>
                <a:cs typeface="Arial"/>
              </a:defRPr>
            </a:lvl1pPr>
            <a:lvl2pPr algn="l">
              <a:defRPr sz="1050" b="0">
                <a:solidFill>
                  <a:srgbClr val="9C9FA4"/>
                </a:solidFill>
                <a:latin typeface="Arial"/>
                <a:ea typeface="Arial"/>
                <a:cs typeface="Arial"/>
              </a:defRPr>
            </a:lvl2pPr>
            <a:lvl3pPr algn="l">
              <a:defRPr sz="1050" b="0">
                <a:solidFill>
                  <a:srgbClr val="9C9FA4"/>
                </a:solidFill>
                <a:latin typeface="Arial"/>
                <a:ea typeface="Arial"/>
                <a:cs typeface="Arial"/>
              </a:defRPr>
            </a:lvl3pPr>
            <a:lvl4pPr algn="l">
              <a:defRPr sz="1050" b="0">
                <a:solidFill>
                  <a:srgbClr val="9C9FA4"/>
                </a:solidFill>
                <a:latin typeface="Arial"/>
                <a:ea typeface="Arial"/>
                <a:cs typeface="Arial"/>
              </a:defRPr>
            </a:lvl4pPr>
            <a:lvl5pPr algn="l">
              <a:defRPr sz="1050" b="0">
                <a:solidFill>
                  <a:srgbClr val="9C9FA4"/>
                </a:solidFill>
                <a:latin typeface="Arial"/>
                <a:ea typeface="Arial"/>
                <a:cs typeface="Arial"/>
              </a:defRPr>
            </a:lvl5pPr>
            <a:lvl6pPr algn="l">
              <a:defRPr sz="1050" b="0">
                <a:solidFill>
                  <a:srgbClr val="9C9FA4"/>
                </a:solidFill>
                <a:latin typeface="Arial"/>
                <a:ea typeface="Arial"/>
                <a:cs typeface="Arial"/>
              </a:defRPr>
            </a:lvl6pPr>
            <a:lvl7pPr algn="l">
              <a:defRPr sz="1050" b="0">
                <a:solidFill>
                  <a:srgbClr val="9C9FA4"/>
                </a:solidFill>
                <a:latin typeface="Arial"/>
                <a:ea typeface="Arial"/>
                <a:cs typeface="Arial"/>
              </a:defRPr>
            </a:lvl7pPr>
            <a:lvl8pPr algn="l">
              <a:defRPr sz="1050" b="0">
                <a:solidFill>
                  <a:srgbClr val="9C9FA4"/>
                </a:solidFill>
                <a:latin typeface="Arial"/>
                <a:ea typeface="Arial"/>
                <a:cs typeface="Arial"/>
              </a:defRPr>
            </a:lvl8pPr>
            <a:lvl9pPr algn="l">
              <a:defRPr sz="1050" b="0">
                <a:solidFill>
                  <a:srgbClr val="9C9FA4"/>
                </a:solidFill>
                <a:latin typeface="Arial"/>
                <a:ea typeface="Arial"/>
                <a:cs typeface="Arial"/>
              </a:defRPr>
            </a:lvl9pPr>
          </a:lstStyle>
          <a:p xmlns:a="http://schemas.openxmlformats.org/drawingml/2006/main">
            <a:pPr algn="l">
              <a:lnSpc>
                <a:spcPct val="118000"/>
              </a:lnSpc>
              <a:buNone/>
              <a:defRPr sz="1050" b="0">
                <a:solidFill>
                  <a:srgbClr val="9C9FA4"/>
                </a:solidFill>
                <a:latin typeface="Arial"/>
                <a:ea typeface="Arial"/>
                <a:cs typeface="Arial"/>
              </a:defRPr>
            </a:pPr>
            <a:r>
              <a:rPr sz="1050" b="0">
                <a:solidFill>
                  <a:srgbClr val="9C9FA4"/>
                </a:solidFill>
                <a:latin typeface="Arial"/>
                <a:ea typeface="Arial"/>
                <a:cs typeface="Arial"/>
              </a:rPr>
              <a:t>12 / 20</a:t>
            </a:r>
          </a:p>
        </p:txBody>
      </p:sp>
    </p:spTree>
    <p:extLst>
      <p:ext uri="{BB962C8B-B14F-4D97-AF65-F5344CB8AC3E}">
        <p14:creationId xmlns:p14="http://schemas.microsoft.com/office/powerpoint/2010/main" val="134109983"/>
      </p:ext>
    </p:extLst>
  </p:cSld>
</p:sld>
</file>

<file path=ppt/slides/slide13.xml><?xml version="1.0" encoding="utf-8"?>
<p:sld xmlns:p="http://schemas.openxmlformats.org/presentationml/2006/main">
  <p:cSld>
    <p:bg>
      <p:bgPr>
        <a:solidFill xmlns:a="http://schemas.openxmlformats.org/drawingml/2006/main">
          <a:srgbClr val="080808"/>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17452065-276E-42AC-B24F-CF3914980172}"/>
              </a:ext>
            </a:extLst>
          </p:cNvPr>
          <p:cNvSpPr>
            <a:spLocks xmlns:a="http://schemas.openxmlformats.org/drawingml/2006/main" noGrp="1"/>
          </p:cNvSpPr>
          <p:nvPr/>
        </p:nvSpPr>
        <p:spPr>
          <a:xfrm xmlns:a="http://schemas.openxmlformats.org/drawingml/2006/main">
            <a:off x="609600" y="466725"/>
            <a:ext cx="10858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0">
                <a:solidFill>
                  <a:srgbClr val="F2F2F2"/>
                </a:solidFill>
                <a:latin typeface="Arial"/>
                <a:ea typeface="Arial"/>
                <a:cs typeface="Arial"/>
              </a:defRPr>
            </a:defPPr>
            <a:lvl1pPr algn="l">
              <a:defRPr sz="3300" b="0">
                <a:solidFill>
                  <a:srgbClr val="F2F2F2"/>
                </a:solidFill>
                <a:latin typeface="Arial"/>
                <a:ea typeface="Arial"/>
                <a:cs typeface="Arial"/>
              </a:defRPr>
            </a:lvl1pPr>
            <a:lvl2pPr algn="l">
              <a:defRPr sz="3300" b="0">
                <a:solidFill>
                  <a:srgbClr val="F2F2F2"/>
                </a:solidFill>
                <a:latin typeface="Arial"/>
                <a:ea typeface="Arial"/>
                <a:cs typeface="Arial"/>
              </a:defRPr>
            </a:lvl2pPr>
            <a:lvl3pPr algn="l">
              <a:defRPr sz="3300" b="0">
                <a:solidFill>
                  <a:srgbClr val="F2F2F2"/>
                </a:solidFill>
                <a:latin typeface="Arial"/>
                <a:ea typeface="Arial"/>
                <a:cs typeface="Arial"/>
              </a:defRPr>
            </a:lvl3pPr>
            <a:lvl4pPr algn="l">
              <a:defRPr sz="3300" b="0">
                <a:solidFill>
                  <a:srgbClr val="F2F2F2"/>
                </a:solidFill>
                <a:latin typeface="Arial"/>
                <a:ea typeface="Arial"/>
                <a:cs typeface="Arial"/>
              </a:defRPr>
            </a:lvl4pPr>
            <a:lvl5pPr algn="l">
              <a:defRPr sz="3300" b="0">
                <a:solidFill>
                  <a:srgbClr val="F2F2F2"/>
                </a:solidFill>
                <a:latin typeface="Arial"/>
                <a:ea typeface="Arial"/>
                <a:cs typeface="Arial"/>
              </a:defRPr>
            </a:lvl5pPr>
            <a:lvl6pPr algn="l">
              <a:defRPr sz="3300" b="0">
                <a:solidFill>
                  <a:srgbClr val="F2F2F2"/>
                </a:solidFill>
                <a:latin typeface="Arial"/>
                <a:ea typeface="Arial"/>
                <a:cs typeface="Arial"/>
              </a:defRPr>
            </a:lvl6pPr>
            <a:lvl7pPr algn="l">
              <a:defRPr sz="3300" b="0">
                <a:solidFill>
                  <a:srgbClr val="F2F2F2"/>
                </a:solidFill>
                <a:latin typeface="Arial"/>
                <a:ea typeface="Arial"/>
                <a:cs typeface="Arial"/>
              </a:defRPr>
            </a:lvl7pPr>
            <a:lvl8pPr algn="l">
              <a:defRPr sz="3300" b="0">
                <a:solidFill>
                  <a:srgbClr val="F2F2F2"/>
                </a:solidFill>
                <a:latin typeface="Arial"/>
                <a:ea typeface="Arial"/>
                <a:cs typeface="Arial"/>
              </a:defRPr>
            </a:lvl8pPr>
            <a:lvl9pPr algn="l">
              <a:defRPr sz="3300" b="0">
                <a:solidFill>
                  <a:srgbClr val="F2F2F2"/>
                </a:solidFill>
                <a:latin typeface="Arial"/>
                <a:ea typeface="Arial"/>
                <a:cs typeface="Arial"/>
              </a:defRPr>
            </a:lvl9pPr>
          </a:lstStyle>
          <a:p xmlns:a="http://schemas.openxmlformats.org/drawingml/2006/main">
            <a:pPr algn="l">
              <a:lnSpc>
                <a:spcPct val="118000"/>
              </a:lnSpc>
              <a:buNone/>
              <a:defRPr sz="3300" b="0">
                <a:solidFill>
                  <a:srgbClr val="F2F2F2"/>
                </a:solidFill>
                <a:latin typeface="Arial"/>
                <a:ea typeface="Arial"/>
                <a:cs typeface="Arial"/>
              </a:defRPr>
            </a:pPr>
            <a:r>
              <a:rPr sz="3300" b="0">
                <a:solidFill>
                  <a:srgbClr val="F2F2F2"/>
                </a:solidFill>
                <a:latin typeface="Arial"/>
                <a:ea typeface="Arial"/>
                <a:cs typeface="Arial"/>
              </a:rPr>
              <a:t>Recovery safeguards</a:t>
            </a:r>
          </a:p>
        </p:txBody>
      </p:sp>
      <p:sp>
        <p:nvSpPr>
          <p:cNvPr id="2" name="row-label-0">
            <a:extLst xmlns:a="http://schemas.openxmlformats.org/drawingml/2006/main">
              <a:ext uri="{FF2B5EF4-FFF2-40B4-BE49-F238E27FC236}">
                <a16:creationId xmlns:a16="http://schemas.microsoft.com/office/drawing/2014/main" id="{E64611C4-F600-4828-8F30-2C5DFDAF80E1}"/>
              </a:ext>
            </a:extLst>
          </p:cNvPr>
          <p:cNvSpPr>
            <a:spLocks xmlns:a="http://schemas.openxmlformats.org/drawingml/2006/main" noGrp="1"/>
          </p:cNvSpPr>
          <p:nvPr/>
        </p:nvSpPr>
        <p:spPr>
          <a:xfrm xmlns:a="http://schemas.openxmlformats.org/drawingml/2006/main">
            <a:off x="628650" y="1743075"/>
            <a:ext cx="304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F2F2F2"/>
                </a:solidFill>
                <a:latin typeface="Arial"/>
                <a:ea typeface="Arial"/>
                <a:cs typeface="Arial"/>
              </a:defRPr>
            </a:defPPr>
            <a:lvl1pPr algn="l">
              <a:defRPr sz="1950" b="0">
                <a:solidFill>
                  <a:srgbClr val="F2F2F2"/>
                </a:solidFill>
                <a:latin typeface="Arial"/>
                <a:ea typeface="Arial"/>
                <a:cs typeface="Arial"/>
              </a:defRPr>
            </a:lvl1pPr>
            <a:lvl2pPr algn="l">
              <a:defRPr sz="1950" b="0">
                <a:solidFill>
                  <a:srgbClr val="F2F2F2"/>
                </a:solidFill>
                <a:latin typeface="Arial"/>
                <a:ea typeface="Arial"/>
                <a:cs typeface="Arial"/>
              </a:defRPr>
            </a:lvl2pPr>
            <a:lvl3pPr algn="l">
              <a:defRPr sz="1950" b="0">
                <a:solidFill>
                  <a:srgbClr val="F2F2F2"/>
                </a:solidFill>
                <a:latin typeface="Arial"/>
                <a:ea typeface="Arial"/>
                <a:cs typeface="Arial"/>
              </a:defRPr>
            </a:lvl3pPr>
            <a:lvl4pPr algn="l">
              <a:defRPr sz="1950" b="0">
                <a:solidFill>
                  <a:srgbClr val="F2F2F2"/>
                </a:solidFill>
                <a:latin typeface="Arial"/>
                <a:ea typeface="Arial"/>
                <a:cs typeface="Arial"/>
              </a:defRPr>
            </a:lvl4pPr>
            <a:lvl5pPr algn="l">
              <a:defRPr sz="1950" b="0">
                <a:solidFill>
                  <a:srgbClr val="F2F2F2"/>
                </a:solidFill>
                <a:latin typeface="Arial"/>
                <a:ea typeface="Arial"/>
                <a:cs typeface="Arial"/>
              </a:defRPr>
            </a:lvl5pPr>
            <a:lvl6pPr algn="l">
              <a:defRPr sz="1950" b="0">
                <a:solidFill>
                  <a:srgbClr val="F2F2F2"/>
                </a:solidFill>
                <a:latin typeface="Arial"/>
                <a:ea typeface="Arial"/>
                <a:cs typeface="Arial"/>
              </a:defRPr>
            </a:lvl6pPr>
            <a:lvl7pPr algn="l">
              <a:defRPr sz="1950" b="0">
                <a:solidFill>
                  <a:srgbClr val="F2F2F2"/>
                </a:solidFill>
                <a:latin typeface="Arial"/>
                <a:ea typeface="Arial"/>
                <a:cs typeface="Arial"/>
              </a:defRPr>
            </a:lvl7pPr>
            <a:lvl8pPr algn="l">
              <a:defRPr sz="1950" b="0">
                <a:solidFill>
                  <a:srgbClr val="F2F2F2"/>
                </a:solidFill>
                <a:latin typeface="Arial"/>
                <a:ea typeface="Arial"/>
                <a:cs typeface="Arial"/>
              </a:defRPr>
            </a:lvl8pPr>
            <a:lvl9pPr algn="l">
              <a:defRPr sz="1950" b="0">
                <a:solidFill>
                  <a:srgbClr val="F2F2F2"/>
                </a:solidFill>
                <a:latin typeface="Arial"/>
                <a:ea typeface="Arial"/>
                <a:cs typeface="Arial"/>
              </a:defRPr>
            </a:lvl9pPr>
          </a:lstStyle>
          <a:p xmlns:a="http://schemas.openxmlformats.org/drawingml/2006/main">
            <a:pPr algn="l">
              <a:lnSpc>
                <a:spcPct val="118000"/>
              </a:lnSpc>
              <a:buNone/>
              <a:defRPr sz="1950" b="0">
                <a:solidFill>
                  <a:srgbClr val="F2F2F2"/>
                </a:solidFill>
                <a:latin typeface="Arial"/>
                <a:ea typeface="Arial"/>
                <a:cs typeface="Arial"/>
              </a:defRPr>
            </a:pPr>
            <a:r>
              <a:rPr sz="1950" b="0">
                <a:solidFill>
                  <a:srgbClr val="F2F2F2"/>
                </a:solidFill>
                <a:latin typeface="Arial"/>
                <a:ea typeface="Arial"/>
                <a:cs typeface="Arial"/>
              </a:rPr>
              <a:t>A safe starting point</a:t>
            </a:r>
          </a:p>
        </p:txBody>
      </p:sp>
      <p:sp>
        <p:nvSpPr>
          <p:cNvPr id="3" name="row-description-0">
            <a:extLst xmlns:a="http://schemas.openxmlformats.org/drawingml/2006/main">
              <a:ext uri="{FF2B5EF4-FFF2-40B4-BE49-F238E27FC236}">
                <a16:creationId xmlns:a16="http://schemas.microsoft.com/office/drawing/2014/main" id="{7C6DB20C-B80C-4F7A-9E83-1D12F3271D53}"/>
              </a:ext>
            </a:extLst>
          </p:cNvPr>
          <p:cNvSpPr>
            <a:spLocks xmlns:a="http://schemas.openxmlformats.org/drawingml/2006/main" noGrp="1"/>
          </p:cNvSpPr>
          <p:nvPr/>
        </p:nvSpPr>
        <p:spPr>
          <a:xfrm xmlns:a="http://schemas.openxmlformats.org/drawingml/2006/main">
            <a:off x="4095750" y="1743075"/>
            <a:ext cx="723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Local startup uses dry-run mode and pauses new recovery actions until an operator resumes.</a:t>
            </a:r>
          </a:p>
        </p:txBody>
      </p:sp>
      <p:sp>
        <p:nvSpPr>
          <p:cNvPr id="4" name="row-label-1">
            <a:extLst xmlns:a="http://schemas.openxmlformats.org/drawingml/2006/main">
              <a:ext uri="{FF2B5EF4-FFF2-40B4-BE49-F238E27FC236}">
                <a16:creationId xmlns:a16="http://schemas.microsoft.com/office/drawing/2014/main" id="{97DA0295-40E7-4685-9905-DBCEF177BBFF}"/>
              </a:ext>
            </a:extLst>
          </p:cNvPr>
          <p:cNvSpPr>
            <a:spLocks xmlns:a="http://schemas.openxmlformats.org/drawingml/2006/main" noGrp="1"/>
          </p:cNvSpPr>
          <p:nvPr/>
        </p:nvSpPr>
        <p:spPr>
          <a:xfrm xmlns:a="http://schemas.openxmlformats.org/drawingml/2006/main">
            <a:off x="628650" y="2809875"/>
            <a:ext cx="304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F2F2F2"/>
                </a:solidFill>
                <a:latin typeface="Arial"/>
                <a:ea typeface="Arial"/>
                <a:cs typeface="Arial"/>
              </a:defRPr>
            </a:defPPr>
            <a:lvl1pPr algn="l">
              <a:defRPr sz="1950" b="0">
                <a:solidFill>
                  <a:srgbClr val="F2F2F2"/>
                </a:solidFill>
                <a:latin typeface="Arial"/>
                <a:ea typeface="Arial"/>
                <a:cs typeface="Arial"/>
              </a:defRPr>
            </a:lvl1pPr>
            <a:lvl2pPr algn="l">
              <a:defRPr sz="1950" b="0">
                <a:solidFill>
                  <a:srgbClr val="F2F2F2"/>
                </a:solidFill>
                <a:latin typeface="Arial"/>
                <a:ea typeface="Arial"/>
                <a:cs typeface="Arial"/>
              </a:defRPr>
            </a:lvl2pPr>
            <a:lvl3pPr algn="l">
              <a:defRPr sz="1950" b="0">
                <a:solidFill>
                  <a:srgbClr val="F2F2F2"/>
                </a:solidFill>
                <a:latin typeface="Arial"/>
                <a:ea typeface="Arial"/>
                <a:cs typeface="Arial"/>
              </a:defRPr>
            </a:lvl3pPr>
            <a:lvl4pPr algn="l">
              <a:defRPr sz="1950" b="0">
                <a:solidFill>
                  <a:srgbClr val="F2F2F2"/>
                </a:solidFill>
                <a:latin typeface="Arial"/>
                <a:ea typeface="Arial"/>
                <a:cs typeface="Arial"/>
              </a:defRPr>
            </a:lvl4pPr>
            <a:lvl5pPr algn="l">
              <a:defRPr sz="1950" b="0">
                <a:solidFill>
                  <a:srgbClr val="F2F2F2"/>
                </a:solidFill>
                <a:latin typeface="Arial"/>
                <a:ea typeface="Arial"/>
                <a:cs typeface="Arial"/>
              </a:defRPr>
            </a:lvl5pPr>
            <a:lvl6pPr algn="l">
              <a:defRPr sz="1950" b="0">
                <a:solidFill>
                  <a:srgbClr val="F2F2F2"/>
                </a:solidFill>
                <a:latin typeface="Arial"/>
                <a:ea typeface="Arial"/>
                <a:cs typeface="Arial"/>
              </a:defRPr>
            </a:lvl6pPr>
            <a:lvl7pPr algn="l">
              <a:defRPr sz="1950" b="0">
                <a:solidFill>
                  <a:srgbClr val="F2F2F2"/>
                </a:solidFill>
                <a:latin typeface="Arial"/>
                <a:ea typeface="Arial"/>
                <a:cs typeface="Arial"/>
              </a:defRPr>
            </a:lvl7pPr>
            <a:lvl8pPr algn="l">
              <a:defRPr sz="1950" b="0">
                <a:solidFill>
                  <a:srgbClr val="F2F2F2"/>
                </a:solidFill>
                <a:latin typeface="Arial"/>
                <a:ea typeface="Arial"/>
                <a:cs typeface="Arial"/>
              </a:defRPr>
            </a:lvl8pPr>
            <a:lvl9pPr algn="l">
              <a:defRPr sz="1950" b="0">
                <a:solidFill>
                  <a:srgbClr val="F2F2F2"/>
                </a:solidFill>
                <a:latin typeface="Arial"/>
                <a:ea typeface="Arial"/>
                <a:cs typeface="Arial"/>
              </a:defRPr>
            </a:lvl9pPr>
          </a:lstStyle>
          <a:p xmlns:a="http://schemas.openxmlformats.org/drawingml/2006/main">
            <a:pPr algn="l">
              <a:lnSpc>
                <a:spcPct val="118000"/>
              </a:lnSpc>
              <a:buNone/>
              <a:defRPr sz="1950" b="0">
                <a:solidFill>
                  <a:srgbClr val="F2F2F2"/>
                </a:solidFill>
                <a:latin typeface="Arial"/>
                <a:ea typeface="Arial"/>
                <a:cs typeface="Arial"/>
              </a:defRPr>
            </a:pPr>
            <a:r>
              <a:rPr sz="1950" b="0">
                <a:solidFill>
                  <a:srgbClr val="F2F2F2"/>
                </a:solidFill>
                <a:latin typeface="Arial"/>
                <a:ea typeface="Arial"/>
                <a:cs typeface="Arial"/>
              </a:rPr>
              <a:t>A small authorized target</a:t>
            </a:r>
          </a:p>
        </p:txBody>
      </p:sp>
      <p:sp>
        <p:nvSpPr>
          <p:cNvPr id="5" name="row-description-1">
            <a:extLst xmlns:a="http://schemas.openxmlformats.org/drawingml/2006/main">
              <a:ext uri="{FF2B5EF4-FFF2-40B4-BE49-F238E27FC236}">
                <a16:creationId xmlns:a16="http://schemas.microsoft.com/office/drawing/2014/main" id="{922421E7-32D9-432D-819F-C14C57D177A6}"/>
              </a:ext>
            </a:extLst>
          </p:cNvPr>
          <p:cNvSpPr>
            <a:spLocks xmlns:a="http://schemas.openxmlformats.org/drawingml/2006/main" noGrp="1"/>
          </p:cNvSpPr>
          <p:nvPr/>
        </p:nvSpPr>
        <p:spPr>
          <a:xfrm xmlns:a="http://schemas.openxmlformats.org/drawingml/2006/main">
            <a:off x="4095750" y="2809875"/>
            <a:ext cx="723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Live actions require the configured namespace and an explicitly managed Deployment.</a:t>
            </a:r>
          </a:p>
        </p:txBody>
      </p:sp>
      <p:sp>
        <p:nvSpPr>
          <p:cNvPr id="6" name="row-label-2">
            <a:extLst xmlns:a="http://schemas.openxmlformats.org/drawingml/2006/main">
              <a:ext uri="{FF2B5EF4-FFF2-40B4-BE49-F238E27FC236}">
                <a16:creationId xmlns:a16="http://schemas.microsoft.com/office/drawing/2014/main" id="{6DD6B7E1-0AD0-4874-8D02-41DF579D786A}"/>
              </a:ext>
            </a:extLst>
          </p:cNvPr>
          <p:cNvSpPr>
            <a:spLocks xmlns:a="http://schemas.openxmlformats.org/drawingml/2006/main" noGrp="1"/>
          </p:cNvSpPr>
          <p:nvPr/>
        </p:nvSpPr>
        <p:spPr>
          <a:xfrm xmlns:a="http://schemas.openxmlformats.org/drawingml/2006/main">
            <a:off x="628650" y="3876675"/>
            <a:ext cx="304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F2F2F2"/>
                </a:solidFill>
                <a:latin typeface="Arial"/>
                <a:ea typeface="Arial"/>
                <a:cs typeface="Arial"/>
              </a:defRPr>
            </a:defPPr>
            <a:lvl1pPr algn="l">
              <a:defRPr sz="1950" b="0">
                <a:solidFill>
                  <a:srgbClr val="F2F2F2"/>
                </a:solidFill>
                <a:latin typeface="Arial"/>
                <a:ea typeface="Arial"/>
                <a:cs typeface="Arial"/>
              </a:defRPr>
            </a:lvl1pPr>
            <a:lvl2pPr algn="l">
              <a:defRPr sz="1950" b="0">
                <a:solidFill>
                  <a:srgbClr val="F2F2F2"/>
                </a:solidFill>
                <a:latin typeface="Arial"/>
                <a:ea typeface="Arial"/>
                <a:cs typeface="Arial"/>
              </a:defRPr>
            </a:lvl2pPr>
            <a:lvl3pPr algn="l">
              <a:defRPr sz="1950" b="0">
                <a:solidFill>
                  <a:srgbClr val="F2F2F2"/>
                </a:solidFill>
                <a:latin typeface="Arial"/>
                <a:ea typeface="Arial"/>
                <a:cs typeface="Arial"/>
              </a:defRPr>
            </a:lvl3pPr>
            <a:lvl4pPr algn="l">
              <a:defRPr sz="1950" b="0">
                <a:solidFill>
                  <a:srgbClr val="F2F2F2"/>
                </a:solidFill>
                <a:latin typeface="Arial"/>
                <a:ea typeface="Arial"/>
                <a:cs typeface="Arial"/>
              </a:defRPr>
            </a:lvl4pPr>
            <a:lvl5pPr algn="l">
              <a:defRPr sz="1950" b="0">
                <a:solidFill>
                  <a:srgbClr val="F2F2F2"/>
                </a:solidFill>
                <a:latin typeface="Arial"/>
                <a:ea typeface="Arial"/>
                <a:cs typeface="Arial"/>
              </a:defRPr>
            </a:lvl5pPr>
            <a:lvl6pPr algn="l">
              <a:defRPr sz="1950" b="0">
                <a:solidFill>
                  <a:srgbClr val="F2F2F2"/>
                </a:solidFill>
                <a:latin typeface="Arial"/>
                <a:ea typeface="Arial"/>
                <a:cs typeface="Arial"/>
              </a:defRPr>
            </a:lvl6pPr>
            <a:lvl7pPr algn="l">
              <a:defRPr sz="1950" b="0">
                <a:solidFill>
                  <a:srgbClr val="F2F2F2"/>
                </a:solidFill>
                <a:latin typeface="Arial"/>
                <a:ea typeface="Arial"/>
                <a:cs typeface="Arial"/>
              </a:defRPr>
            </a:lvl7pPr>
            <a:lvl8pPr algn="l">
              <a:defRPr sz="1950" b="0">
                <a:solidFill>
                  <a:srgbClr val="F2F2F2"/>
                </a:solidFill>
                <a:latin typeface="Arial"/>
                <a:ea typeface="Arial"/>
                <a:cs typeface="Arial"/>
              </a:defRPr>
            </a:lvl8pPr>
            <a:lvl9pPr algn="l">
              <a:defRPr sz="1950" b="0">
                <a:solidFill>
                  <a:srgbClr val="F2F2F2"/>
                </a:solidFill>
                <a:latin typeface="Arial"/>
                <a:ea typeface="Arial"/>
                <a:cs typeface="Arial"/>
              </a:defRPr>
            </a:lvl9pPr>
          </a:lstStyle>
          <a:p xmlns:a="http://schemas.openxmlformats.org/drawingml/2006/main">
            <a:pPr algn="l">
              <a:lnSpc>
                <a:spcPct val="118000"/>
              </a:lnSpc>
              <a:buNone/>
              <a:defRPr sz="1950" b="0">
                <a:solidFill>
                  <a:srgbClr val="F2F2F2"/>
                </a:solidFill>
                <a:latin typeface="Arial"/>
                <a:ea typeface="Arial"/>
                <a:cs typeface="Arial"/>
              </a:defRPr>
            </a:pPr>
            <a:r>
              <a:rPr sz="1950" b="0">
                <a:solidFill>
                  <a:srgbClr val="F2F2F2"/>
                </a:solidFill>
                <a:latin typeface="Arial"/>
                <a:ea typeface="Arial"/>
                <a:cs typeface="Arial"/>
              </a:rPr>
              <a:t>A bounded action</a:t>
            </a:r>
          </a:p>
        </p:txBody>
      </p:sp>
      <p:sp>
        <p:nvSpPr>
          <p:cNvPr id="7" name="row-description-2">
            <a:extLst xmlns:a="http://schemas.openxmlformats.org/drawingml/2006/main">
              <a:ext uri="{FF2B5EF4-FFF2-40B4-BE49-F238E27FC236}">
                <a16:creationId xmlns:a16="http://schemas.microsoft.com/office/drawing/2014/main" id="{EDEF9B57-334B-4FCC-B62B-9533F387E83A}"/>
              </a:ext>
            </a:extLst>
          </p:cNvPr>
          <p:cNvSpPr>
            <a:spLocks xmlns:a="http://schemas.openxmlformats.org/drawingml/2006/main" noGrp="1"/>
          </p:cNvSpPr>
          <p:nvPr/>
        </p:nvSpPr>
        <p:spPr>
          <a:xfrm xmlns:a="http://schemas.openxmlformats.org/drawingml/2006/main">
            <a:off x="4095750" y="3876675"/>
            <a:ext cx="723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One operation at a time, one attempt per action, replica limits, cooldown and an hourly budget.</a:t>
            </a:r>
          </a:p>
        </p:txBody>
      </p:sp>
      <p:sp>
        <p:nvSpPr>
          <p:cNvPr id="8" name="row-label-3">
            <a:extLst xmlns:a="http://schemas.openxmlformats.org/drawingml/2006/main">
              <a:ext uri="{FF2B5EF4-FFF2-40B4-BE49-F238E27FC236}">
                <a16:creationId xmlns:a16="http://schemas.microsoft.com/office/drawing/2014/main" id="{6CD657EE-CDBE-46DA-828D-A23D86671CB4}"/>
              </a:ext>
            </a:extLst>
          </p:cNvPr>
          <p:cNvSpPr>
            <a:spLocks xmlns:a="http://schemas.openxmlformats.org/drawingml/2006/main" noGrp="1"/>
          </p:cNvSpPr>
          <p:nvPr/>
        </p:nvSpPr>
        <p:spPr>
          <a:xfrm xmlns:a="http://schemas.openxmlformats.org/drawingml/2006/main">
            <a:off x="628650" y="4943475"/>
            <a:ext cx="304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F2F2F2"/>
                </a:solidFill>
                <a:latin typeface="Arial"/>
                <a:ea typeface="Arial"/>
                <a:cs typeface="Arial"/>
              </a:defRPr>
            </a:defPPr>
            <a:lvl1pPr algn="l">
              <a:defRPr sz="1950" b="0">
                <a:solidFill>
                  <a:srgbClr val="F2F2F2"/>
                </a:solidFill>
                <a:latin typeface="Arial"/>
                <a:ea typeface="Arial"/>
                <a:cs typeface="Arial"/>
              </a:defRPr>
            </a:lvl1pPr>
            <a:lvl2pPr algn="l">
              <a:defRPr sz="1950" b="0">
                <a:solidFill>
                  <a:srgbClr val="F2F2F2"/>
                </a:solidFill>
                <a:latin typeface="Arial"/>
                <a:ea typeface="Arial"/>
                <a:cs typeface="Arial"/>
              </a:defRPr>
            </a:lvl2pPr>
            <a:lvl3pPr algn="l">
              <a:defRPr sz="1950" b="0">
                <a:solidFill>
                  <a:srgbClr val="F2F2F2"/>
                </a:solidFill>
                <a:latin typeface="Arial"/>
                <a:ea typeface="Arial"/>
                <a:cs typeface="Arial"/>
              </a:defRPr>
            </a:lvl3pPr>
            <a:lvl4pPr algn="l">
              <a:defRPr sz="1950" b="0">
                <a:solidFill>
                  <a:srgbClr val="F2F2F2"/>
                </a:solidFill>
                <a:latin typeface="Arial"/>
                <a:ea typeface="Arial"/>
                <a:cs typeface="Arial"/>
              </a:defRPr>
            </a:lvl4pPr>
            <a:lvl5pPr algn="l">
              <a:defRPr sz="1950" b="0">
                <a:solidFill>
                  <a:srgbClr val="F2F2F2"/>
                </a:solidFill>
                <a:latin typeface="Arial"/>
                <a:ea typeface="Arial"/>
                <a:cs typeface="Arial"/>
              </a:defRPr>
            </a:lvl5pPr>
            <a:lvl6pPr algn="l">
              <a:defRPr sz="1950" b="0">
                <a:solidFill>
                  <a:srgbClr val="F2F2F2"/>
                </a:solidFill>
                <a:latin typeface="Arial"/>
                <a:ea typeface="Arial"/>
                <a:cs typeface="Arial"/>
              </a:defRPr>
            </a:lvl6pPr>
            <a:lvl7pPr algn="l">
              <a:defRPr sz="1950" b="0">
                <a:solidFill>
                  <a:srgbClr val="F2F2F2"/>
                </a:solidFill>
                <a:latin typeface="Arial"/>
                <a:ea typeface="Arial"/>
                <a:cs typeface="Arial"/>
              </a:defRPr>
            </a:lvl7pPr>
            <a:lvl8pPr algn="l">
              <a:defRPr sz="1950" b="0">
                <a:solidFill>
                  <a:srgbClr val="F2F2F2"/>
                </a:solidFill>
                <a:latin typeface="Arial"/>
                <a:ea typeface="Arial"/>
                <a:cs typeface="Arial"/>
              </a:defRPr>
            </a:lvl8pPr>
            <a:lvl9pPr algn="l">
              <a:defRPr sz="1950" b="0">
                <a:solidFill>
                  <a:srgbClr val="F2F2F2"/>
                </a:solidFill>
                <a:latin typeface="Arial"/>
                <a:ea typeface="Arial"/>
                <a:cs typeface="Arial"/>
              </a:defRPr>
            </a:lvl9pPr>
          </a:lstStyle>
          <a:p xmlns:a="http://schemas.openxmlformats.org/drawingml/2006/main">
            <a:pPr algn="l">
              <a:lnSpc>
                <a:spcPct val="118000"/>
              </a:lnSpc>
              <a:buNone/>
              <a:defRPr sz="1950" b="0">
                <a:solidFill>
                  <a:srgbClr val="F2F2F2"/>
                </a:solidFill>
                <a:latin typeface="Arial"/>
                <a:ea typeface="Arial"/>
                <a:cs typeface="Arial"/>
              </a:defRPr>
            </a:pPr>
            <a:r>
              <a:rPr sz="1950" b="0">
                <a:solidFill>
                  <a:srgbClr val="F2F2F2"/>
                </a:solidFill>
                <a:latin typeface="Arial"/>
                <a:ea typeface="Arial"/>
                <a:cs typeface="Arial"/>
              </a:rPr>
              <a:t>An honest result</a:t>
            </a:r>
          </a:p>
        </p:txBody>
      </p:sp>
      <p:sp>
        <p:nvSpPr>
          <p:cNvPr id="9" name="row-description-3">
            <a:extLst xmlns:a="http://schemas.openxmlformats.org/drawingml/2006/main">
              <a:ext uri="{FF2B5EF4-FFF2-40B4-BE49-F238E27FC236}">
                <a16:creationId xmlns:a16="http://schemas.microsoft.com/office/drawing/2014/main" id="{4251ED50-EE6E-4EF1-8387-BC5CD1E8621C}"/>
              </a:ext>
            </a:extLst>
          </p:cNvPr>
          <p:cNvSpPr>
            <a:spLocks xmlns:a="http://schemas.openxmlformats.org/drawingml/2006/main" noGrp="1"/>
          </p:cNvSpPr>
          <p:nvPr/>
        </p:nvSpPr>
        <p:spPr>
          <a:xfrm xmlns:a="http://schemas.openxmlformats.org/drawingml/2006/main">
            <a:off x="4095750" y="4943475"/>
            <a:ext cx="723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An accepted API call alone does not prove recovery. Failed or unverified rollouts remain failures.</a:t>
            </a:r>
          </a:p>
        </p:txBody>
      </p:sp>
      <p:sp>
        <p:nvSpPr>
          <p:cNvPr id="10" name="page-number">
            <a:extLst xmlns:a="http://schemas.openxmlformats.org/drawingml/2006/main">
              <a:ext uri="{FF2B5EF4-FFF2-40B4-BE49-F238E27FC236}">
                <a16:creationId xmlns:a16="http://schemas.microsoft.com/office/drawing/2014/main" id="{6DE0E26B-3877-45B2-96E0-B15B7FAE5E63}"/>
              </a:ext>
            </a:extLst>
          </p:cNvPr>
          <p:cNvSpPr>
            <a:spLocks xmlns:a="http://schemas.openxmlformats.org/drawingml/2006/main" noGrp="1"/>
          </p:cNvSpPr>
          <p:nvPr/>
        </p:nvSpPr>
        <p:spPr>
          <a:xfrm xmlns:a="http://schemas.openxmlformats.org/drawingml/2006/main">
            <a:off x="10763250" y="6457950"/>
            <a:ext cx="857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0">
                <a:solidFill>
                  <a:srgbClr val="9C9FA4"/>
                </a:solidFill>
                <a:latin typeface="Arial"/>
                <a:ea typeface="Arial"/>
                <a:cs typeface="Arial"/>
              </a:defRPr>
            </a:defPPr>
            <a:lvl1pPr algn="l">
              <a:defRPr sz="1050" b="0">
                <a:solidFill>
                  <a:srgbClr val="9C9FA4"/>
                </a:solidFill>
                <a:latin typeface="Arial"/>
                <a:ea typeface="Arial"/>
                <a:cs typeface="Arial"/>
              </a:defRPr>
            </a:lvl1pPr>
            <a:lvl2pPr algn="l">
              <a:defRPr sz="1050" b="0">
                <a:solidFill>
                  <a:srgbClr val="9C9FA4"/>
                </a:solidFill>
                <a:latin typeface="Arial"/>
                <a:ea typeface="Arial"/>
                <a:cs typeface="Arial"/>
              </a:defRPr>
            </a:lvl2pPr>
            <a:lvl3pPr algn="l">
              <a:defRPr sz="1050" b="0">
                <a:solidFill>
                  <a:srgbClr val="9C9FA4"/>
                </a:solidFill>
                <a:latin typeface="Arial"/>
                <a:ea typeface="Arial"/>
                <a:cs typeface="Arial"/>
              </a:defRPr>
            </a:lvl3pPr>
            <a:lvl4pPr algn="l">
              <a:defRPr sz="1050" b="0">
                <a:solidFill>
                  <a:srgbClr val="9C9FA4"/>
                </a:solidFill>
                <a:latin typeface="Arial"/>
                <a:ea typeface="Arial"/>
                <a:cs typeface="Arial"/>
              </a:defRPr>
            </a:lvl4pPr>
            <a:lvl5pPr algn="l">
              <a:defRPr sz="1050" b="0">
                <a:solidFill>
                  <a:srgbClr val="9C9FA4"/>
                </a:solidFill>
                <a:latin typeface="Arial"/>
                <a:ea typeface="Arial"/>
                <a:cs typeface="Arial"/>
              </a:defRPr>
            </a:lvl5pPr>
            <a:lvl6pPr algn="l">
              <a:defRPr sz="1050" b="0">
                <a:solidFill>
                  <a:srgbClr val="9C9FA4"/>
                </a:solidFill>
                <a:latin typeface="Arial"/>
                <a:ea typeface="Arial"/>
                <a:cs typeface="Arial"/>
              </a:defRPr>
            </a:lvl6pPr>
            <a:lvl7pPr algn="l">
              <a:defRPr sz="1050" b="0">
                <a:solidFill>
                  <a:srgbClr val="9C9FA4"/>
                </a:solidFill>
                <a:latin typeface="Arial"/>
                <a:ea typeface="Arial"/>
                <a:cs typeface="Arial"/>
              </a:defRPr>
            </a:lvl7pPr>
            <a:lvl8pPr algn="l">
              <a:defRPr sz="1050" b="0">
                <a:solidFill>
                  <a:srgbClr val="9C9FA4"/>
                </a:solidFill>
                <a:latin typeface="Arial"/>
                <a:ea typeface="Arial"/>
                <a:cs typeface="Arial"/>
              </a:defRPr>
            </a:lvl8pPr>
            <a:lvl9pPr algn="l">
              <a:defRPr sz="1050" b="0">
                <a:solidFill>
                  <a:srgbClr val="9C9FA4"/>
                </a:solidFill>
                <a:latin typeface="Arial"/>
                <a:ea typeface="Arial"/>
                <a:cs typeface="Arial"/>
              </a:defRPr>
            </a:lvl9pPr>
          </a:lstStyle>
          <a:p xmlns:a="http://schemas.openxmlformats.org/drawingml/2006/main">
            <a:pPr algn="l">
              <a:lnSpc>
                <a:spcPct val="118000"/>
              </a:lnSpc>
              <a:buNone/>
              <a:defRPr sz="1050" b="0">
                <a:solidFill>
                  <a:srgbClr val="9C9FA4"/>
                </a:solidFill>
                <a:latin typeface="Arial"/>
                <a:ea typeface="Arial"/>
                <a:cs typeface="Arial"/>
              </a:defRPr>
            </a:pPr>
            <a:r>
              <a:rPr sz="1050" b="0">
                <a:solidFill>
                  <a:srgbClr val="9C9FA4"/>
                </a:solidFill>
                <a:latin typeface="Arial"/>
                <a:ea typeface="Arial"/>
                <a:cs typeface="Arial"/>
              </a:rPr>
              <a:t>13 / 20</a:t>
            </a:r>
          </a:p>
        </p:txBody>
      </p:sp>
    </p:spTree>
    <p:extLst>
      <p:ext uri="{BB962C8B-B14F-4D97-AF65-F5344CB8AC3E}">
        <p14:creationId xmlns:p14="http://schemas.microsoft.com/office/powerpoint/2010/main" val="171061313"/>
      </p:ext>
    </p:extLst>
  </p:cSld>
</p:sld>
</file>

<file path=ppt/slides/slide14.xml><?xml version="1.0" encoding="utf-8"?>
<p:sld xmlns:p="http://schemas.openxmlformats.org/presentationml/2006/main">
  <p:cSld>
    <p:bg>
      <p:bgPr>
        <a:solidFill xmlns:a="http://schemas.openxmlformats.org/drawingml/2006/main">
          <a:srgbClr val="080808"/>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24A2A984-02A1-47CC-B72A-D227B30DD88F}"/>
              </a:ext>
            </a:extLst>
          </p:cNvPr>
          <p:cNvSpPr>
            <a:spLocks xmlns:a="http://schemas.openxmlformats.org/drawingml/2006/main" noGrp="1"/>
          </p:cNvSpPr>
          <p:nvPr/>
        </p:nvSpPr>
        <p:spPr>
          <a:xfrm xmlns:a="http://schemas.openxmlformats.org/drawingml/2006/main">
            <a:off x="609600" y="466725"/>
            <a:ext cx="10858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0">
                <a:solidFill>
                  <a:srgbClr val="F2F2F2"/>
                </a:solidFill>
                <a:latin typeface="Arial"/>
                <a:ea typeface="Arial"/>
                <a:cs typeface="Arial"/>
              </a:defRPr>
            </a:defPPr>
            <a:lvl1pPr algn="l">
              <a:defRPr sz="3300" b="0">
                <a:solidFill>
                  <a:srgbClr val="F2F2F2"/>
                </a:solidFill>
                <a:latin typeface="Arial"/>
                <a:ea typeface="Arial"/>
                <a:cs typeface="Arial"/>
              </a:defRPr>
            </a:lvl1pPr>
            <a:lvl2pPr algn="l">
              <a:defRPr sz="3300" b="0">
                <a:solidFill>
                  <a:srgbClr val="F2F2F2"/>
                </a:solidFill>
                <a:latin typeface="Arial"/>
                <a:ea typeface="Arial"/>
                <a:cs typeface="Arial"/>
              </a:defRPr>
            </a:lvl2pPr>
            <a:lvl3pPr algn="l">
              <a:defRPr sz="3300" b="0">
                <a:solidFill>
                  <a:srgbClr val="F2F2F2"/>
                </a:solidFill>
                <a:latin typeface="Arial"/>
                <a:ea typeface="Arial"/>
                <a:cs typeface="Arial"/>
              </a:defRPr>
            </a:lvl3pPr>
            <a:lvl4pPr algn="l">
              <a:defRPr sz="3300" b="0">
                <a:solidFill>
                  <a:srgbClr val="F2F2F2"/>
                </a:solidFill>
                <a:latin typeface="Arial"/>
                <a:ea typeface="Arial"/>
                <a:cs typeface="Arial"/>
              </a:defRPr>
            </a:lvl4pPr>
            <a:lvl5pPr algn="l">
              <a:defRPr sz="3300" b="0">
                <a:solidFill>
                  <a:srgbClr val="F2F2F2"/>
                </a:solidFill>
                <a:latin typeface="Arial"/>
                <a:ea typeface="Arial"/>
                <a:cs typeface="Arial"/>
              </a:defRPr>
            </a:lvl5pPr>
            <a:lvl6pPr algn="l">
              <a:defRPr sz="3300" b="0">
                <a:solidFill>
                  <a:srgbClr val="F2F2F2"/>
                </a:solidFill>
                <a:latin typeface="Arial"/>
                <a:ea typeface="Arial"/>
                <a:cs typeface="Arial"/>
              </a:defRPr>
            </a:lvl6pPr>
            <a:lvl7pPr algn="l">
              <a:defRPr sz="3300" b="0">
                <a:solidFill>
                  <a:srgbClr val="F2F2F2"/>
                </a:solidFill>
                <a:latin typeface="Arial"/>
                <a:ea typeface="Arial"/>
                <a:cs typeface="Arial"/>
              </a:defRPr>
            </a:lvl7pPr>
            <a:lvl8pPr algn="l">
              <a:defRPr sz="3300" b="0">
                <a:solidFill>
                  <a:srgbClr val="F2F2F2"/>
                </a:solidFill>
                <a:latin typeface="Arial"/>
                <a:ea typeface="Arial"/>
                <a:cs typeface="Arial"/>
              </a:defRPr>
            </a:lvl8pPr>
            <a:lvl9pPr algn="l">
              <a:defRPr sz="3300" b="0">
                <a:solidFill>
                  <a:srgbClr val="F2F2F2"/>
                </a:solidFill>
                <a:latin typeface="Arial"/>
                <a:ea typeface="Arial"/>
                <a:cs typeface="Arial"/>
              </a:defRPr>
            </a:lvl9pPr>
          </a:lstStyle>
          <a:p xmlns:a="http://schemas.openxmlformats.org/drawingml/2006/main">
            <a:pPr algn="l">
              <a:lnSpc>
                <a:spcPct val="118000"/>
              </a:lnSpc>
              <a:buNone/>
              <a:defRPr sz="3300" b="0">
                <a:solidFill>
                  <a:srgbClr val="F2F2F2"/>
                </a:solidFill>
                <a:latin typeface="Arial"/>
                <a:ea typeface="Arial"/>
                <a:cs typeface="Arial"/>
              </a:defRPr>
            </a:pPr>
            <a:r>
              <a:rPr sz="3300" b="0">
                <a:solidFill>
                  <a:srgbClr val="F2F2F2"/>
                </a:solidFill>
                <a:latin typeface="Arial"/>
                <a:ea typeface="Arial"/>
                <a:cs typeface="Arial"/>
              </a:rPr>
              <a:t>Approval and outcome stay visible</a:t>
            </a:r>
          </a:p>
        </p:txBody>
      </p:sp>
      <p:pic>
        <p:nvPicPr>
          <p:cNvPr id="2" name="">
            <a:extLst xmlns:a="http://schemas.openxmlformats.org/drawingml/2006/main">
              <a:ext uri="{FF2B5EF4-FFF2-40B4-BE49-F238E27FC236}">
                <a16:creationId xmlns:a16="http://schemas.microsoft.com/office/drawing/2014/main" id="{9D76D76B-9B0D-44F9-96A3-0CF64DD43D4B}"/>
              </a:ext>
            </a:extLst>
          </p:cNvPr>
          <p:cNvPicPr>
            <a:picLocks xmlns:a="http://schemas.openxmlformats.org/drawingml/2006/main" noChangeAspect="1"/>
          </p:cNvPicPr>
          <p:nvPr/>
        </p:nvPicPr>
        <p:blipFill>
          <a:blip xmlns:r="http://schemas.openxmlformats.org/officeDocument/2006/relationships" xmlns:a="http://schemas.openxmlformats.org/drawingml/2006/main" r:embed="R608df0692ec84663"/>
          <a:srcRect xmlns:a="http://schemas.openxmlformats.org/drawingml/2006/main" l="0" t="0" r="0" b="25000"/>
          <a:stretch xmlns:a="http://schemas.openxmlformats.org/drawingml/2006/main"/>
        </p:blipFill>
        <p:spPr>
          <a:xfrm xmlns:a="http://schemas.openxmlformats.org/drawingml/2006/main">
            <a:off x="609600" y="1495425"/>
            <a:ext cx="7334250" cy="4572000"/>
          </a:xfrm>
          <a:prstGeom xmlns:a="http://schemas.openxmlformats.org/drawingml/2006/main" prst="rect">
            <a:avLst/>
          </a:prstGeom>
        </p:spPr>
      </p:pic>
      <p:sp>
        <p:nvSpPr>
          <p:cNvPr id="3" name="image-caption">
            <a:extLst xmlns:a="http://schemas.openxmlformats.org/drawingml/2006/main">
              <a:ext uri="{FF2B5EF4-FFF2-40B4-BE49-F238E27FC236}">
                <a16:creationId xmlns:a16="http://schemas.microsoft.com/office/drawing/2014/main" id="{62B676F3-7524-49A7-87E5-DD39DD423ED5}"/>
              </a:ext>
            </a:extLst>
          </p:cNvPr>
          <p:cNvSpPr>
            <a:spLocks xmlns:a="http://schemas.openxmlformats.org/drawingml/2006/main" noGrp="1"/>
          </p:cNvSpPr>
          <p:nvPr/>
        </p:nvSpPr>
        <p:spPr>
          <a:xfrm xmlns:a="http://schemas.openxmlformats.org/drawingml/2006/main">
            <a:off x="8362950" y="1847850"/>
            <a:ext cx="31051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Actual healing interface with an explicitly simulated outcome and before/after measurements.</a:t>
            </a:r>
          </a:p>
        </p:txBody>
      </p:sp>
      <p:sp>
        <p:nvSpPr>
          <p:cNvPr id="4" name="image-context">
            <a:extLst xmlns:a="http://schemas.openxmlformats.org/drawingml/2006/main">
              <a:ext uri="{FF2B5EF4-FFF2-40B4-BE49-F238E27FC236}">
                <a16:creationId xmlns:a16="http://schemas.microsoft.com/office/drawing/2014/main" id="{3F3F8A99-AA01-4A5A-A308-C0C230D36A45}"/>
              </a:ext>
            </a:extLst>
          </p:cNvPr>
          <p:cNvSpPr>
            <a:spLocks xmlns:a="http://schemas.openxmlformats.org/drawingml/2006/main" noGrp="1"/>
          </p:cNvSpPr>
          <p:nvPr/>
        </p:nvSpPr>
        <p:spPr>
          <a:xfrm xmlns:a="http://schemas.openxmlformats.org/drawingml/2006/main">
            <a:off x="8362950" y="4019550"/>
            <a:ext cx="3105150" cy="1981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The action record names the decision, approval and outcome. A simulation never represents a real cluster repair.</a:t>
            </a:r>
          </a:p>
        </p:txBody>
      </p:sp>
      <p:sp>
        <p:nvSpPr>
          <p:cNvPr id="5" name="page-number">
            <a:extLst xmlns:a="http://schemas.openxmlformats.org/drawingml/2006/main">
              <a:ext uri="{FF2B5EF4-FFF2-40B4-BE49-F238E27FC236}">
                <a16:creationId xmlns:a16="http://schemas.microsoft.com/office/drawing/2014/main" id="{B2870111-79B2-49D4-AC06-2E866B6D5723}"/>
              </a:ext>
            </a:extLst>
          </p:cNvPr>
          <p:cNvSpPr>
            <a:spLocks xmlns:a="http://schemas.openxmlformats.org/drawingml/2006/main" noGrp="1"/>
          </p:cNvSpPr>
          <p:nvPr/>
        </p:nvSpPr>
        <p:spPr>
          <a:xfrm xmlns:a="http://schemas.openxmlformats.org/drawingml/2006/main">
            <a:off x="10763250" y="6457950"/>
            <a:ext cx="857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0">
                <a:solidFill>
                  <a:srgbClr val="9C9FA4"/>
                </a:solidFill>
                <a:latin typeface="Arial"/>
                <a:ea typeface="Arial"/>
                <a:cs typeface="Arial"/>
              </a:defRPr>
            </a:defPPr>
            <a:lvl1pPr algn="l">
              <a:defRPr sz="1050" b="0">
                <a:solidFill>
                  <a:srgbClr val="9C9FA4"/>
                </a:solidFill>
                <a:latin typeface="Arial"/>
                <a:ea typeface="Arial"/>
                <a:cs typeface="Arial"/>
              </a:defRPr>
            </a:lvl1pPr>
            <a:lvl2pPr algn="l">
              <a:defRPr sz="1050" b="0">
                <a:solidFill>
                  <a:srgbClr val="9C9FA4"/>
                </a:solidFill>
                <a:latin typeface="Arial"/>
                <a:ea typeface="Arial"/>
                <a:cs typeface="Arial"/>
              </a:defRPr>
            </a:lvl2pPr>
            <a:lvl3pPr algn="l">
              <a:defRPr sz="1050" b="0">
                <a:solidFill>
                  <a:srgbClr val="9C9FA4"/>
                </a:solidFill>
                <a:latin typeface="Arial"/>
                <a:ea typeface="Arial"/>
                <a:cs typeface="Arial"/>
              </a:defRPr>
            </a:lvl3pPr>
            <a:lvl4pPr algn="l">
              <a:defRPr sz="1050" b="0">
                <a:solidFill>
                  <a:srgbClr val="9C9FA4"/>
                </a:solidFill>
                <a:latin typeface="Arial"/>
                <a:ea typeface="Arial"/>
                <a:cs typeface="Arial"/>
              </a:defRPr>
            </a:lvl4pPr>
            <a:lvl5pPr algn="l">
              <a:defRPr sz="1050" b="0">
                <a:solidFill>
                  <a:srgbClr val="9C9FA4"/>
                </a:solidFill>
                <a:latin typeface="Arial"/>
                <a:ea typeface="Arial"/>
                <a:cs typeface="Arial"/>
              </a:defRPr>
            </a:lvl5pPr>
            <a:lvl6pPr algn="l">
              <a:defRPr sz="1050" b="0">
                <a:solidFill>
                  <a:srgbClr val="9C9FA4"/>
                </a:solidFill>
                <a:latin typeface="Arial"/>
                <a:ea typeface="Arial"/>
                <a:cs typeface="Arial"/>
              </a:defRPr>
            </a:lvl6pPr>
            <a:lvl7pPr algn="l">
              <a:defRPr sz="1050" b="0">
                <a:solidFill>
                  <a:srgbClr val="9C9FA4"/>
                </a:solidFill>
                <a:latin typeface="Arial"/>
                <a:ea typeface="Arial"/>
                <a:cs typeface="Arial"/>
              </a:defRPr>
            </a:lvl7pPr>
            <a:lvl8pPr algn="l">
              <a:defRPr sz="1050" b="0">
                <a:solidFill>
                  <a:srgbClr val="9C9FA4"/>
                </a:solidFill>
                <a:latin typeface="Arial"/>
                <a:ea typeface="Arial"/>
                <a:cs typeface="Arial"/>
              </a:defRPr>
            </a:lvl8pPr>
            <a:lvl9pPr algn="l">
              <a:defRPr sz="1050" b="0">
                <a:solidFill>
                  <a:srgbClr val="9C9FA4"/>
                </a:solidFill>
                <a:latin typeface="Arial"/>
                <a:ea typeface="Arial"/>
                <a:cs typeface="Arial"/>
              </a:defRPr>
            </a:lvl9pPr>
          </a:lstStyle>
          <a:p xmlns:a="http://schemas.openxmlformats.org/drawingml/2006/main">
            <a:pPr algn="l">
              <a:lnSpc>
                <a:spcPct val="118000"/>
              </a:lnSpc>
              <a:buNone/>
              <a:defRPr sz="1050" b="0">
                <a:solidFill>
                  <a:srgbClr val="9C9FA4"/>
                </a:solidFill>
                <a:latin typeface="Arial"/>
                <a:ea typeface="Arial"/>
                <a:cs typeface="Arial"/>
              </a:defRPr>
            </a:pPr>
            <a:r>
              <a:rPr sz="1050" b="0">
                <a:solidFill>
                  <a:srgbClr val="9C9FA4"/>
                </a:solidFill>
                <a:latin typeface="Arial"/>
                <a:ea typeface="Arial"/>
                <a:cs typeface="Arial"/>
              </a:rPr>
              <a:t>14 / 20</a:t>
            </a:r>
          </a:p>
        </p:txBody>
      </p:sp>
    </p:spTree>
    <p:extLst>
      <p:ext uri="{BB962C8B-B14F-4D97-AF65-F5344CB8AC3E}">
        <p14:creationId xmlns:p14="http://schemas.microsoft.com/office/powerpoint/2010/main" val="1057751141"/>
      </p:ext>
    </p:extLst>
  </p:cSld>
</p:sld>
</file>

<file path=ppt/slides/slide15.xml><?xml version="1.0" encoding="utf-8"?>
<p:sld xmlns:p="http://schemas.openxmlformats.org/presentationml/2006/main">
  <p:cSld>
    <p:bg>
      <p:bgPr>
        <a:solidFill xmlns:a="http://schemas.openxmlformats.org/drawingml/2006/main">
          <a:srgbClr val="080808"/>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47F209C3-D7CF-4495-A10C-E3D92E3A2C00}"/>
              </a:ext>
            </a:extLst>
          </p:cNvPr>
          <p:cNvSpPr>
            <a:spLocks xmlns:a="http://schemas.openxmlformats.org/drawingml/2006/main" noGrp="1"/>
          </p:cNvSpPr>
          <p:nvPr/>
        </p:nvSpPr>
        <p:spPr>
          <a:xfrm xmlns:a="http://schemas.openxmlformats.org/drawingml/2006/main">
            <a:off x="609600" y="466725"/>
            <a:ext cx="10858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0">
                <a:solidFill>
                  <a:srgbClr val="F2F2F2"/>
                </a:solidFill>
                <a:latin typeface="Arial"/>
                <a:ea typeface="Arial"/>
                <a:cs typeface="Arial"/>
              </a:defRPr>
            </a:defPPr>
            <a:lvl1pPr algn="l">
              <a:defRPr sz="3300" b="0">
                <a:solidFill>
                  <a:srgbClr val="F2F2F2"/>
                </a:solidFill>
                <a:latin typeface="Arial"/>
                <a:ea typeface="Arial"/>
                <a:cs typeface="Arial"/>
              </a:defRPr>
            </a:lvl1pPr>
            <a:lvl2pPr algn="l">
              <a:defRPr sz="3300" b="0">
                <a:solidFill>
                  <a:srgbClr val="F2F2F2"/>
                </a:solidFill>
                <a:latin typeface="Arial"/>
                <a:ea typeface="Arial"/>
                <a:cs typeface="Arial"/>
              </a:defRPr>
            </a:lvl2pPr>
            <a:lvl3pPr algn="l">
              <a:defRPr sz="3300" b="0">
                <a:solidFill>
                  <a:srgbClr val="F2F2F2"/>
                </a:solidFill>
                <a:latin typeface="Arial"/>
                <a:ea typeface="Arial"/>
                <a:cs typeface="Arial"/>
              </a:defRPr>
            </a:lvl3pPr>
            <a:lvl4pPr algn="l">
              <a:defRPr sz="3300" b="0">
                <a:solidFill>
                  <a:srgbClr val="F2F2F2"/>
                </a:solidFill>
                <a:latin typeface="Arial"/>
                <a:ea typeface="Arial"/>
                <a:cs typeface="Arial"/>
              </a:defRPr>
            </a:lvl4pPr>
            <a:lvl5pPr algn="l">
              <a:defRPr sz="3300" b="0">
                <a:solidFill>
                  <a:srgbClr val="F2F2F2"/>
                </a:solidFill>
                <a:latin typeface="Arial"/>
                <a:ea typeface="Arial"/>
                <a:cs typeface="Arial"/>
              </a:defRPr>
            </a:lvl5pPr>
            <a:lvl6pPr algn="l">
              <a:defRPr sz="3300" b="0">
                <a:solidFill>
                  <a:srgbClr val="F2F2F2"/>
                </a:solidFill>
                <a:latin typeface="Arial"/>
                <a:ea typeface="Arial"/>
                <a:cs typeface="Arial"/>
              </a:defRPr>
            </a:lvl6pPr>
            <a:lvl7pPr algn="l">
              <a:defRPr sz="3300" b="0">
                <a:solidFill>
                  <a:srgbClr val="F2F2F2"/>
                </a:solidFill>
                <a:latin typeface="Arial"/>
                <a:ea typeface="Arial"/>
                <a:cs typeface="Arial"/>
              </a:defRPr>
            </a:lvl7pPr>
            <a:lvl8pPr algn="l">
              <a:defRPr sz="3300" b="0">
                <a:solidFill>
                  <a:srgbClr val="F2F2F2"/>
                </a:solidFill>
                <a:latin typeface="Arial"/>
                <a:ea typeface="Arial"/>
                <a:cs typeface="Arial"/>
              </a:defRPr>
            </a:lvl8pPr>
            <a:lvl9pPr algn="l">
              <a:defRPr sz="3300" b="0">
                <a:solidFill>
                  <a:srgbClr val="F2F2F2"/>
                </a:solidFill>
                <a:latin typeface="Arial"/>
                <a:ea typeface="Arial"/>
                <a:cs typeface="Arial"/>
              </a:defRPr>
            </a:lvl9pPr>
          </a:lstStyle>
          <a:p xmlns:a="http://schemas.openxmlformats.org/drawingml/2006/main">
            <a:pPr algn="l">
              <a:lnSpc>
                <a:spcPct val="118000"/>
              </a:lnSpc>
              <a:buNone/>
              <a:defRPr sz="3300" b="0">
                <a:solidFill>
                  <a:srgbClr val="F2F2F2"/>
                </a:solidFill>
                <a:latin typeface="Arial"/>
                <a:ea typeface="Arial"/>
                <a:cs typeface="Arial"/>
              </a:defRPr>
            </a:pPr>
            <a:r>
              <a:rPr sz="3300" b="0">
                <a:solidFill>
                  <a:srgbClr val="F2F2F2"/>
                </a:solidFill>
                <a:latin typeface="Arial"/>
                <a:ea typeface="Arial"/>
                <a:cs typeface="Arial"/>
              </a:rPr>
              <a:t>What the eight views cover</a:t>
            </a:r>
          </a:p>
        </p:txBody>
      </p:sp>
      <p:sp>
        <p:nvSpPr>
          <p:cNvPr id="2" name="column-label-0">
            <a:extLst xmlns:a="http://schemas.openxmlformats.org/drawingml/2006/main">
              <a:ext uri="{FF2B5EF4-FFF2-40B4-BE49-F238E27FC236}">
                <a16:creationId xmlns:a16="http://schemas.microsoft.com/office/drawing/2014/main" id="{9806DD1D-065F-441B-BB4E-AB96B4A1D2C7}"/>
              </a:ext>
            </a:extLst>
          </p:cNvPr>
          <p:cNvSpPr>
            <a:spLocks xmlns:a="http://schemas.openxmlformats.org/drawingml/2006/main" noGrp="1"/>
          </p:cNvSpPr>
          <p:nvPr/>
        </p:nvSpPr>
        <p:spPr>
          <a:xfrm xmlns:a="http://schemas.openxmlformats.org/drawingml/2006/main">
            <a:off x="628650" y="1781175"/>
            <a:ext cx="4953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0">
                <a:solidFill>
                  <a:srgbClr val="F2F2F2"/>
                </a:solidFill>
                <a:latin typeface="Arial"/>
                <a:ea typeface="Arial"/>
                <a:cs typeface="Arial"/>
              </a:defRPr>
            </a:defPPr>
            <a:lvl1pPr algn="l">
              <a:defRPr sz="2325" b="0">
                <a:solidFill>
                  <a:srgbClr val="F2F2F2"/>
                </a:solidFill>
                <a:latin typeface="Arial"/>
                <a:ea typeface="Arial"/>
                <a:cs typeface="Arial"/>
              </a:defRPr>
            </a:lvl1pPr>
            <a:lvl2pPr algn="l">
              <a:defRPr sz="2325" b="0">
                <a:solidFill>
                  <a:srgbClr val="F2F2F2"/>
                </a:solidFill>
                <a:latin typeface="Arial"/>
                <a:ea typeface="Arial"/>
                <a:cs typeface="Arial"/>
              </a:defRPr>
            </a:lvl2pPr>
            <a:lvl3pPr algn="l">
              <a:defRPr sz="2325" b="0">
                <a:solidFill>
                  <a:srgbClr val="F2F2F2"/>
                </a:solidFill>
                <a:latin typeface="Arial"/>
                <a:ea typeface="Arial"/>
                <a:cs typeface="Arial"/>
              </a:defRPr>
            </a:lvl3pPr>
            <a:lvl4pPr algn="l">
              <a:defRPr sz="2325" b="0">
                <a:solidFill>
                  <a:srgbClr val="F2F2F2"/>
                </a:solidFill>
                <a:latin typeface="Arial"/>
                <a:ea typeface="Arial"/>
                <a:cs typeface="Arial"/>
              </a:defRPr>
            </a:lvl4pPr>
            <a:lvl5pPr algn="l">
              <a:defRPr sz="2325" b="0">
                <a:solidFill>
                  <a:srgbClr val="F2F2F2"/>
                </a:solidFill>
                <a:latin typeface="Arial"/>
                <a:ea typeface="Arial"/>
                <a:cs typeface="Arial"/>
              </a:defRPr>
            </a:lvl5pPr>
            <a:lvl6pPr algn="l">
              <a:defRPr sz="2325" b="0">
                <a:solidFill>
                  <a:srgbClr val="F2F2F2"/>
                </a:solidFill>
                <a:latin typeface="Arial"/>
                <a:ea typeface="Arial"/>
                <a:cs typeface="Arial"/>
              </a:defRPr>
            </a:lvl6pPr>
            <a:lvl7pPr algn="l">
              <a:defRPr sz="2325" b="0">
                <a:solidFill>
                  <a:srgbClr val="F2F2F2"/>
                </a:solidFill>
                <a:latin typeface="Arial"/>
                <a:ea typeface="Arial"/>
                <a:cs typeface="Arial"/>
              </a:defRPr>
            </a:lvl7pPr>
            <a:lvl8pPr algn="l">
              <a:defRPr sz="2325" b="0">
                <a:solidFill>
                  <a:srgbClr val="F2F2F2"/>
                </a:solidFill>
                <a:latin typeface="Arial"/>
                <a:ea typeface="Arial"/>
                <a:cs typeface="Arial"/>
              </a:defRPr>
            </a:lvl8pPr>
            <a:lvl9pPr algn="l">
              <a:defRPr sz="2325" b="0">
                <a:solidFill>
                  <a:srgbClr val="F2F2F2"/>
                </a:solidFill>
                <a:latin typeface="Arial"/>
                <a:ea typeface="Arial"/>
                <a:cs typeface="Arial"/>
              </a:defRPr>
            </a:lvl9pPr>
          </a:lstStyle>
          <a:p xmlns:a="http://schemas.openxmlformats.org/drawingml/2006/main">
            <a:pPr algn="l">
              <a:lnSpc>
                <a:spcPct val="118000"/>
              </a:lnSpc>
              <a:buNone/>
              <a:defRPr sz="2325" b="0">
                <a:solidFill>
                  <a:srgbClr val="F2F2F2"/>
                </a:solidFill>
                <a:latin typeface="Arial"/>
                <a:ea typeface="Arial"/>
                <a:cs typeface="Arial"/>
              </a:defRPr>
            </a:pPr>
            <a:r>
              <a:rPr sz="2325" b="0">
                <a:solidFill>
                  <a:srgbClr val="F2F2F2"/>
                </a:solidFill>
                <a:latin typeface="Arial"/>
                <a:ea typeface="Arial"/>
                <a:cs typeface="Arial"/>
              </a:rPr>
              <a:t>Understanding the situation</a:t>
            </a:r>
          </a:p>
        </p:txBody>
      </p:sp>
      <p:sp>
        <p:nvSpPr>
          <p:cNvPr id="3" name="column-body-0">
            <a:extLst xmlns:a="http://schemas.openxmlformats.org/drawingml/2006/main">
              <a:ext uri="{FF2B5EF4-FFF2-40B4-BE49-F238E27FC236}">
                <a16:creationId xmlns:a16="http://schemas.microsoft.com/office/drawing/2014/main" id="{7877033E-D169-4FCC-B7E4-A6A533859078}"/>
              </a:ext>
            </a:extLst>
          </p:cNvPr>
          <p:cNvSpPr>
            <a:spLocks xmlns:a="http://schemas.openxmlformats.org/drawingml/2006/main" noGrp="1"/>
          </p:cNvSpPr>
          <p:nvPr/>
        </p:nvSpPr>
        <p:spPr>
          <a:xfrm xmlns:a="http://schemas.openxmlformats.org/drawingml/2006/main">
            <a:off x="628650" y="2809875"/>
            <a:ext cx="4905375" cy="3095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B9BDC2"/>
                </a:solidFill>
                <a:latin typeface="Arial"/>
                <a:ea typeface="Arial"/>
                <a:cs typeface="Arial"/>
              </a:defRPr>
            </a:defPPr>
            <a:lvl1pPr algn="l">
              <a:defRPr sz="1950" b="0">
                <a:solidFill>
                  <a:srgbClr val="B9BDC2"/>
                </a:solidFill>
                <a:latin typeface="Arial"/>
                <a:ea typeface="Arial"/>
                <a:cs typeface="Arial"/>
              </a:defRPr>
            </a:lvl1pPr>
            <a:lvl2pPr algn="l">
              <a:defRPr sz="1950" b="0">
                <a:solidFill>
                  <a:srgbClr val="B9BDC2"/>
                </a:solidFill>
                <a:latin typeface="Arial"/>
                <a:ea typeface="Arial"/>
                <a:cs typeface="Arial"/>
              </a:defRPr>
            </a:lvl2pPr>
            <a:lvl3pPr algn="l">
              <a:defRPr sz="1950" b="0">
                <a:solidFill>
                  <a:srgbClr val="B9BDC2"/>
                </a:solidFill>
                <a:latin typeface="Arial"/>
                <a:ea typeface="Arial"/>
                <a:cs typeface="Arial"/>
              </a:defRPr>
            </a:lvl3pPr>
            <a:lvl4pPr algn="l">
              <a:defRPr sz="1950" b="0">
                <a:solidFill>
                  <a:srgbClr val="B9BDC2"/>
                </a:solidFill>
                <a:latin typeface="Arial"/>
                <a:ea typeface="Arial"/>
                <a:cs typeface="Arial"/>
              </a:defRPr>
            </a:lvl4pPr>
            <a:lvl5pPr algn="l">
              <a:defRPr sz="1950" b="0">
                <a:solidFill>
                  <a:srgbClr val="B9BDC2"/>
                </a:solidFill>
                <a:latin typeface="Arial"/>
                <a:ea typeface="Arial"/>
                <a:cs typeface="Arial"/>
              </a:defRPr>
            </a:lvl5pPr>
            <a:lvl6pPr algn="l">
              <a:defRPr sz="1950" b="0">
                <a:solidFill>
                  <a:srgbClr val="B9BDC2"/>
                </a:solidFill>
                <a:latin typeface="Arial"/>
                <a:ea typeface="Arial"/>
                <a:cs typeface="Arial"/>
              </a:defRPr>
            </a:lvl6pPr>
            <a:lvl7pPr algn="l">
              <a:defRPr sz="1950" b="0">
                <a:solidFill>
                  <a:srgbClr val="B9BDC2"/>
                </a:solidFill>
                <a:latin typeface="Arial"/>
                <a:ea typeface="Arial"/>
                <a:cs typeface="Arial"/>
              </a:defRPr>
            </a:lvl7pPr>
            <a:lvl8pPr algn="l">
              <a:defRPr sz="1950" b="0">
                <a:solidFill>
                  <a:srgbClr val="B9BDC2"/>
                </a:solidFill>
                <a:latin typeface="Arial"/>
                <a:ea typeface="Arial"/>
                <a:cs typeface="Arial"/>
              </a:defRPr>
            </a:lvl8pPr>
            <a:lvl9pPr algn="l">
              <a:defRPr sz="1950" b="0">
                <a:solidFill>
                  <a:srgbClr val="B9BDC2"/>
                </a:solidFill>
                <a:latin typeface="Arial"/>
                <a:ea typeface="Arial"/>
                <a:cs typeface="Arial"/>
              </a:defRPr>
            </a:lvl9pPr>
          </a:lstStyle>
          <a:p xmlns:a="http://schemas.openxmlformats.org/drawingml/2006/main">
            <a:pPr algn="l">
              <a:lnSpc>
                <a:spcPct val="118000"/>
              </a:lnSpc>
              <a:buNone/>
              <a:defRPr sz="1950" b="0">
                <a:solidFill>
                  <a:srgbClr val="B9BDC2"/>
                </a:solidFill>
                <a:latin typeface="Arial"/>
                <a:ea typeface="Arial"/>
                <a:cs typeface="Arial"/>
              </a:defRPr>
            </a:pPr>
            <a:r>
              <a:rPr sz="1950" b="0">
                <a:solidFill>
                  <a:srgbClr val="B9BDC2"/>
                </a:solidFill>
                <a:latin typeface="Arial"/>
                <a:ea typeface="Arial"/>
                <a:cs typeface="Arial"/>
              </a:rPr>
              <a:t>Overview</a:t>
            </a:r>
          </a:p>
          <a:p xmlns:a="http://schemas.openxmlformats.org/drawingml/2006/main">
            <a:pPr algn="l">
              <a:lnSpc>
                <a:spcPct val="118000"/>
              </a:lnSpc>
              <a:buNone/>
              <a:defRPr sz="1950" b="0">
                <a:solidFill>
                  <a:srgbClr val="B9BDC2"/>
                </a:solidFill>
                <a:latin typeface="Arial"/>
                <a:ea typeface="Arial"/>
                <a:cs typeface="Arial"/>
              </a:defRPr>
            </a:pPr>
            <a:r>
              <a:rPr sz="1950" b="0">
                <a:solidFill>
                  <a:srgbClr val="B9BDC2"/>
                </a:solidFill>
                <a:latin typeface="Arial"/>
                <a:ea typeface="Arial"/>
                <a:cs typeface="Arial"/>
              </a:rPr>
              <a:t>Cluster explorer</a:t>
            </a:r>
          </a:p>
          <a:p xmlns:a="http://schemas.openxmlformats.org/drawingml/2006/main">
            <a:pPr algn="l">
              <a:lnSpc>
                <a:spcPct val="118000"/>
              </a:lnSpc>
              <a:buNone/>
              <a:defRPr sz="1950" b="0">
                <a:solidFill>
                  <a:srgbClr val="B9BDC2"/>
                </a:solidFill>
                <a:latin typeface="Arial"/>
                <a:ea typeface="Arial"/>
                <a:cs typeface="Arial"/>
              </a:defRPr>
            </a:pPr>
            <a:r>
              <a:rPr sz="1950" b="0">
                <a:solidFill>
                  <a:srgbClr val="B9BDC2"/>
                </a:solidFill>
                <a:latin typeface="Arial"/>
                <a:ea typeface="Arial"/>
                <a:cs typeface="Arial"/>
              </a:rPr>
              <a:t>Observability</a:t>
            </a:r>
          </a:p>
          <a:p xmlns:a="http://schemas.openxmlformats.org/drawingml/2006/main">
            <a:pPr algn="l">
              <a:lnSpc>
                <a:spcPct val="118000"/>
              </a:lnSpc>
              <a:buNone/>
              <a:defRPr sz="1950" b="0">
                <a:solidFill>
                  <a:srgbClr val="B9BDC2"/>
                </a:solidFill>
                <a:latin typeface="Arial"/>
                <a:ea typeface="Arial"/>
                <a:cs typeface="Arial"/>
              </a:defRPr>
            </a:pPr>
            <a:r>
              <a:rPr sz="1950" b="0">
                <a:solidFill>
                  <a:srgbClr val="B9BDC2"/>
                </a:solidFill>
                <a:latin typeface="Arial"/>
                <a:ea typeface="Arial"/>
                <a:cs typeface="Arial"/>
              </a:rPr>
              <a:t>AI fault intelligence</a:t>
            </a:r>
          </a:p>
        </p:txBody>
      </p:sp>
      <p:sp>
        <p:nvSpPr>
          <p:cNvPr id="4" name="column-label-1">
            <a:extLst xmlns:a="http://schemas.openxmlformats.org/drawingml/2006/main">
              <a:ext uri="{FF2B5EF4-FFF2-40B4-BE49-F238E27FC236}">
                <a16:creationId xmlns:a16="http://schemas.microsoft.com/office/drawing/2014/main" id="{D2986A5F-BB93-40B8-8E56-1443806D0754}"/>
              </a:ext>
            </a:extLst>
          </p:cNvPr>
          <p:cNvSpPr>
            <a:spLocks xmlns:a="http://schemas.openxmlformats.org/drawingml/2006/main" noGrp="1"/>
          </p:cNvSpPr>
          <p:nvPr/>
        </p:nvSpPr>
        <p:spPr>
          <a:xfrm xmlns:a="http://schemas.openxmlformats.org/drawingml/2006/main">
            <a:off x="6505575" y="1781175"/>
            <a:ext cx="4953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0">
                <a:solidFill>
                  <a:srgbClr val="F2F2F2"/>
                </a:solidFill>
                <a:latin typeface="Arial"/>
                <a:ea typeface="Arial"/>
                <a:cs typeface="Arial"/>
              </a:defRPr>
            </a:defPPr>
            <a:lvl1pPr algn="l">
              <a:defRPr sz="2325" b="0">
                <a:solidFill>
                  <a:srgbClr val="F2F2F2"/>
                </a:solidFill>
                <a:latin typeface="Arial"/>
                <a:ea typeface="Arial"/>
                <a:cs typeface="Arial"/>
              </a:defRPr>
            </a:lvl1pPr>
            <a:lvl2pPr algn="l">
              <a:defRPr sz="2325" b="0">
                <a:solidFill>
                  <a:srgbClr val="F2F2F2"/>
                </a:solidFill>
                <a:latin typeface="Arial"/>
                <a:ea typeface="Arial"/>
                <a:cs typeface="Arial"/>
              </a:defRPr>
            </a:lvl2pPr>
            <a:lvl3pPr algn="l">
              <a:defRPr sz="2325" b="0">
                <a:solidFill>
                  <a:srgbClr val="F2F2F2"/>
                </a:solidFill>
                <a:latin typeface="Arial"/>
                <a:ea typeface="Arial"/>
                <a:cs typeface="Arial"/>
              </a:defRPr>
            </a:lvl3pPr>
            <a:lvl4pPr algn="l">
              <a:defRPr sz="2325" b="0">
                <a:solidFill>
                  <a:srgbClr val="F2F2F2"/>
                </a:solidFill>
                <a:latin typeface="Arial"/>
                <a:ea typeface="Arial"/>
                <a:cs typeface="Arial"/>
              </a:defRPr>
            </a:lvl4pPr>
            <a:lvl5pPr algn="l">
              <a:defRPr sz="2325" b="0">
                <a:solidFill>
                  <a:srgbClr val="F2F2F2"/>
                </a:solidFill>
                <a:latin typeface="Arial"/>
                <a:ea typeface="Arial"/>
                <a:cs typeface="Arial"/>
              </a:defRPr>
            </a:lvl5pPr>
            <a:lvl6pPr algn="l">
              <a:defRPr sz="2325" b="0">
                <a:solidFill>
                  <a:srgbClr val="F2F2F2"/>
                </a:solidFill>
                <a:latin typeface="Arial"/>
                <a:ea typeface="Arial"/>
                <a:cs typeface="Arial"/>
              </a:defRPr>
            </a:lvl6pPr>
            <a:lvl7pPr algn="l">
              <a:defRPr sz="2325" b="0">
                <a:solidFill>
                  <a:srgbClr val="F2F2F2"/>
                </a:solidFill>
                <a:latin typeface="Arial"/>
                <a:ea typeface="Arial"/>
                <a:cs typeface="Arial"/>
              </a:defRPr>
            </a:lvl7pPr>
            <a:lvl8pPr algn="l">
              <a:defRPr sz="2325" b="0">
                <a:solidFill>
                  <a:srgbClr val="F2F2F2"/>
                </a:solidFill>
                <a:latin typeface="Arial"/>
                <a:ea typeface="Arial"/>
                <a:cs typeface="Arial"/>
              </a:defRPr>
            </a:lvl8pPr>
            <a:lvl9pPr algn="l">
              <a:defRPr sz="2325" b="0">
                <a:solidFill>
                  <a:srgbClr val="F2F2F2"/>
                </a:solidFill>
                <a:latin typeface="Arial"/>
                <a:ea typeface="Arial"/>
                <a:cs typeface="Arial"/>
              </a:defRPr>
            </a:lvl9pPr>
          </a:lstStyle>
          <a:p xmlns:a="http://schemas.openxmlformats.org/drawingml/2006/main">
            <a:pPr algn="l">
              <a:lnSpc>
                <a:spcPct val="118000"/>
              </a:lnSpc>
              <a:buNone/>
              <a:defRPr sz="2325" b="0">
                <a:solidFill>
                  <a:srgbClr val="F2F2F2"/>
                </a:solidFill>
                <a:latin typeface="Arial"/>
                <a:ea typeface="Arial"/>
                <a:cs typeface="Arial"/>
              </a:defRPr>
            </a:pPr>
            <a:r>
              <a:rPr sz="2325" b="0">
                <a:solidFill>
                  <a:srgbClr val="F2F2F2"/>
                </a:solidFill>
                <a:latin typeface="Arial"/>
                <a:ea typeface="Arial"/>
                <a:cs typeface="Arial"/>
              </a:rPr>
              <a:t>Reviewing the response</a:t>
            </a:r>
          </a:p>
        </p:txBody>
      </p:sp>
      <p:sp>
        <p:nvSpPr>
          <p:cNvPr id="5" name="column-body-1">
            <a:extLst xmlns:a="http://schemas.openxmlformats.org/drawingml/2006/main">
              <a:ext uri="{FF2B5EF4-FFF2-40B4-BE49-F238E27FC236}">
                <a16:creationId xmlns:a16="http://schemas.microsoft.com/office/drawing/2014/main" id="{EC2BF123-A828-4DD3-8DFD-9EAF22FF4A32}"/>
              </a:ext>
            </a:extLst>
          </p:cNvPr>
          <p:cNvSpPr>
            <a:spLocks xmlns:a="http://schemas.openxmlformats.org/drawingml/2006/main" noGrp="1"/>
          </p:cNvSpPr>
          <p:nvPr/>
        </p:nvSpPr>
        <p:spPr>
          <a:xfrm xmlns:a="http://schemas.openxmlformats.org/drawingml/2006/main">
            <a:off x="6505575" y="2809875"/>
            <a:ext cx="4905375" cy="3095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B9BDC2"/>
                </a:solidFill>
                <a:latin typeface="Arial"/>
                <a:ea typeface="Arial"/>
                <a:cs typeface="Arial"/>
              </a:defRPr>
            </a:defPPr>
            <a:lvl1pPr algn="l">
              <a:defRPr sz="1950" b="0">
                <a:solidFill>
                  <a:srgbClr val="B9BDC2"/>
                </a:solidFill>
                <a:latin typeface="Arial"/>
                <a:ea typeface="Arial"/>
                <a:cs typeface="Arial"/>
              </a:defRPr>
            </a:lvl1pPr>
            <a:lvl2pPr algn="l">
              <a:defRPr sz="1950" b="0">
                <a:solidFill>
                  <a:srgbClr val="B9BDC2"/>
                </a:solidFill>
                <a:latin typeface="Arial"/>
                <a:ea typeface="Arial"/>
                <a:cs typeface="Arial"/>
              </a:defRPr>
            </a:lvl2pPr>
            <a:lvl3pPr algn="l">
              <a:defRPr sz="1950" b="0">
                <a:solidFill>
                  <a:srgbClr val="B9BDC2"/>
                </a:solidFill>
                <a:latin typeface="Arial"/>
                <a:ea typeface="Arial"/>
                <a:cs typeface="Arial"/>
              </a:defRPr>
            </a:lvl3pPr>
            <a:lvl4pPr algn="l">
              <a:defRPr sz="1950" b="0">
                <a:solidFill>
                  <a:srgbClr val="B9BDC2"/>
                </a:solidFill>
                <a:latin typeface="Arial"/>
                <a:ea typeface="Arial"/>
                <a:cs typeface="Arial"/>
              </a:defRPr>
            </a:lvl4pPr>
            <a:lvl5pPr algn="l">
              <a:defRPr sz="1950" b="0">
                <a:solidFill>
                  <a:srgbClr val="B9BDC2"/>
                </a:solidFill>
                <a:latin typeface="Arial"/>
                <a:ea typeface="Arial"/>
                <a:cs typeface="Arial"/>
              </a:defRPr>
            </a:lvl5pPr>
            <a:lvl6pPr algn="l">
              <a:defRPr sz="1950" b="0">
                <a:solidFill>
                  <a:srgbClr val="B9BDC2"/>
                </a:solidFill>
                <a:latin typeface="Arial"/>
                <a:ea typeface="Arial"/>
                <a:cs typeface="Arial"/>
              </a:defRPr>
            </a:lvl6pPr>
            <a:lvl7pPr algn="l">
              <a:defRPr sz="1950" b="0">
                <a:solidFill>
                  <a:srgbClr val="B9BDC2"/>
                </a:solidFill>
                <a:latin typeface="Arial"/>
                <a:ea typeface="Arial"/>
                <a:cs typeface="Arial"/>
              </a:defRPr>
            </a:lvl7pPr>
            <a:lvl8pPr algn="l">
              <a:defRPr sz="1950" b="0">
                <a:solidFill>
                  <a:srgbClr val="B9BDC2"/>
                </a:solidFill>
                <a:latin typeface="Arial"/>
                <a:ea typeface="Arial"/>
                <a:cs typeface="Arial"/>
              </a:defRPr>
            </a:lvl8pPr>
            <a:lvl9pPr algn="l">
              <a:defRPr sz="1950" b="0">
                <a:solidFill>
                  <a:srgbClr val="B9BDC2"/>
                </a:solidFill>
                <a:latin typeface="Arial"/>
                <a:ea typeface="Arial"/>
                <a:cs typeface="Arial"/>
              </a:defRPr>
            </a:lvl9pPr>
          </a:lstStyle>
          <a:p xmlns:a="http://schemas.openxmlformats.org/drawingml/2006/main">
            <a:pPr algn="l">
              <a:lnSpc>
                <a:spcPct val="118000"/>
              </a:lnSpc>
              <a:buNone/>
              <a:defRPr sz="1950" b="0">
                <a:solidFill>
                  <a:srgbClr val="B9BDC2"/>
                </a:solidFill>
                <a:latin typeface="Arial"/>
                <a:ea typeface="Arial"/>
                <a:cs typeface="Arial"/>
              </a:defRPr>
            </a:pPr>
            <a:r>
              <a:rPr sz="1950" b="0">
                <a:solidFill>
                  <a:srgbClr val="B9BDC2"/>
                </a:solidFill>
                <a:latin typeface="Arial"/>
                <a:ea typeface="Arial"/>
                <a:cs typeface="Arial"/>
              </a:rPr>
              <a:t>Healing operations</a:t>
            </a:r>
          </a:p>
          <a:p xmlns:a="http://schemas.openxmlformats.org/drawingml/2006/main">
            <a:pPr algn="l">
              <a:lnSpc>
                <a:spcPct val="118000"/>
              </a:lnSpc>
              <a:buNone/>
              <a:defRPr sz="1950" b="0">
                <a:solidFill>
                  <a:srgbClr val="B9BDC2"/>
                </a:solidFill>
                <a:latin typeface="Arial"/>
                <a:ea typeface="Arial"/>
                <a:cs typeface="Arial"/>
              </a:defRPr>
            </a:pPr>
            <a:r>
              <a:rPr sz="1950" b="0">
                <a:solidFill>
                  <a:srgbClr val="B9BDC2"/>
                </a:solidFill>
                <a:latin typeface="Arial"/>
                <a:ea typeface="Arial"/>
                <a:cs typeface="Arial"/>
              </a:rPr>
              <a:t>Alerts and incidents</a:t>
            </a:r>
          </a:p>
          <a:p xmlns:a="http://schemas.openxmlformats.org/drawingml/2006/main">
            <a:pPr algn="l">
              <a:lnSpc>
                <a:spcPct val="118000"/>
              </a:lnSpc>
              <a:buNone/>
              <a:defRPr sz="1950" b="0">
                <a:solidFill>
                  <a:srgbClr val="B9BDC2"/>
                </a:solidFill>
                <a:latin typeface="Arial"/>
                <a:ea typeface="Arial"/>
                <a:cs typeface="Arial"/>
              </a:defRPr>
            </a:pPr>
            <a:r>
              <a:rPr sz="1950" b="0">
                <a:solidFill>
                  <a:srgbClr val="B9BDC2"/>
                </a:solidFill>
                <a:latin typeface="Arial"/>
                <a:ea typeface="Arial"/>
                <a:cs typeface="Arial"/>
              </a:rPr>
              <a:t>Event and audit logs</a:t>
            </a:r>
          </a:p>
          <a:p xmlns:a="http://schemas.openxmlformats.org/drawingml/2006/main">
            <a:pPr algn="l">
              <a:lnSpc>
                <a:spcPct val="118000"/>
              </a:lnSpc>
              <a:buNone/>
              <a:defRPr sz="1950" b="0">
                <a:solidFill>
                  <a:srgbClr val="B9BDC2"/>
                </a:solidFill>
                <a:latin typeface="Arial"/>
                <a:ea typeface="Arial"/>
                <a:cs typeface="Arial"/>
              </a:defRPr>
            </a:pPr>
            <a:r>
              <a:rPr sz="1950" b="0">
                <a:solidFill>
                  <a:srgbClr val="B9BDC2"/>
                </a:solidFill>
                <a:latin typeface="Arial"/>
                <a:ea typeface="Arial"/>
                <a:cs typeface="Arial"/>
              </a:rPr>
              <a:t>Settings and integrations</a:t>
            </a:r>
          </a:p>
        </p:txBody>
      </p:sp>
      <p:sp>
        <p:nvSpPr>
          <p:cNvPr id="6" name="page-number">
            <a:extLst xmlns:a="http://schemas.openxmlformats.org/drawingml/2006/main">
              <a:ext uri="{FF2B5EF4-FFF2-40B4-BE49-F238E27FC236}">
                <a16:creationId xmlns:a16="http://schemas.microsoft.com/office/drawing/2014/main" id="{B9A75A58-654A-4604-B679-6D642ECD5E4A}"/>
              </a:ext>
            </a:extLst>
          </p:cNvPr>
          <p:cNvSpPr>
            <a:spLocks xmlns:a="http://schemas.openxmlformats.org/drawingml/2006/main" noGrp="1"/>
          </p:cNvSpPr>
          <p:nvPr/>
        </p:nvSpPr>
        <p:spPr>
          <a:xfrm xmlns:a="http://schemas.openxmlformats.org/drawingml/2006/main">
            <a:off x="10763250" y="6457950"/>
            <a:ext cx="857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0">
                <a:solidFill>
                  <a:srgbClr val="9C9FA4"/>
                </a:solidFill>
                <a:latin typeface="Arial"/>
                <a:ea typeface="Arial"/>
                <a:cs typeface="Arial"/>
              </a:defRPr>
            </a:defPPr>
            <a:lvl1pPr algn="l">
              <a:defRPr sz="1050" b="0">
                <a:solidFill>
                  <a:srgbClr val="9C9FA4"/>
                </a:solidFill>
                <a:latin typeface="Arial"/>
                <a:ea typeface="Arial"/>
                <a:cs typeface="Arial"/>
              </a:defRPr>
            </a:lvl1pPr>
            <a:lvl2pPr algn="l">
              <a:defRPr sz="1050" b="0">
                <a:solidFill>
                  <a:srgbClr val="9C9FA4"/>
                </a:solidFill>
                <a:latin typeface="Arial"/>
                <a:ea typeface="Arial"/>
                <a:cs typeface="Arial"/>
              </a:defRPr>
            </a:lvl2pPr>
            <a:lvl3pPr algn="l">
              <a:defRPr sz="1050" b="0">
                <a:solidFill>
                  <a:srgbClr val="9C9FA4"/>
                </a:solidFill>
                <a:latin typeface="Arial"/>
                <a:ea typeface="Arial"/>
                <a:cs typeface="Arial"/>
              </a:defRPr>
            </a:lvl3pPr>
            <a:lvl4pPr algn="l">
              <a:defRPr sz="1050" b="0">
                <a:solidFill>
                  <a:srgbClr val="9C9FA4"/>
                </a:solidFill>
                <a:latin typeface="Arial"/>
                <a:ea typeface="Arial"/>
                <a:cs typeface="Arial"/>
              </a:defRPr>
            </a:lvl4pPr>
            <a:lvl5pPr algn="l">
              <a:defRPr sz="1050" b="0">
                <a:solidFill>
                  <a:srgbClr val="9C9FA4"/>
                </a:solidFill>
                <a:latin typeface="Arial"/>
                <a:ea typeface="Arial"/>
                <a:cs typeface="Arial"/>
              </a:defRPr>
            </a:lvl5pPr>
            <a:lvl6pPr algn="l">
              <a:defRPr sz="1050" b="0">
                <a:solidFill>
                  <a:srgbClr val="9C9FA4"/>
                </a:solidFill>
                <a:latin typeface="Arial"/>
                <a:ea typeface="Arial"/>
                <a:cs typeface="Arial"/>
              </a:defRPr>
            </a:lvl6pPr>
            <a:lvl7pPr algn="l">
              <a:defRPr sz="1050" b="0">
                <a:solidFill>
                  <a:srgbClr val="9C9FA4"/>
                </a:solidFill>
                <a:latin typeface="Arial"/>
                <a:ea typeface="Arial"/>
                <a:cs typeface="Arial"/>
              </a:defRPr>
            </a:lvl7pPr>
            <a:lvl8pPr algn="l">
              <a:defRPr sz="1050" b="0">
                <a:solidFill>
                  <a:srgbClr val="9C9FA4"/>
                </a:solidFill>
                <a:latin typeface="Arial"/>
                <a:ea typeface="Arial"/>
                <a:cs typeface="Arial"/>
              </a:defRPr>
            </a:lvl8pPr>
            <a:lvl9pPr algn="l">
              <a:defRPr sz="1050" b="0">
                <a:solidFill>
                  <a:srgbClr val="9C9FA4"/>
                </a:solidFill>
                <a:latin typeface="Arial"/>
                <a:ea typeface="Arial"/>
                <a:cs typeface="Arial"/>
              </a:defRPr>
            </a:lvl9pPr>
          </a:lstStyle>
          <a:p xmlns:a="http://schemas.openxmlformats.org/drawingml/2006/main">
            <a:pPr algn="l">
              <a:lnSpc>
                <a:spcPct val="118000"/>
              </a:lnSpc>
              <a:buNone/>
              <a:defRPr sz="1050" b="0">
                <a:solidFill>
                  <a:srgbClr val="9C9FA4"/>
                </a:solidFill>
                <a:latin typeface="Arial"/>
                <a:ea typeface="Arial"/>
                <a:cs typeface="Arial"/>
              </a:defRPr>
            </a:pPr>
            <a:r>
              <a:rPr sz="1050" b="0">
                <a:solidFill>
                  <a:srgbClr val="9C9FA4"/>
                </a:solidFill>
                <a:latin typeface="Arial"/>
                <a:ea typeface="Arial"/>
                <a:cs typeface="Arial"/>
              </a:rPr>
              <a:t>15 / 20</a:t>
            </a:r>
          </a:p>
        </p:txBody>
      </p:sp>
    </p:spTree>
    <p:extLst>
      <p:ext uri="{BB962C8B-B14F-4D97-AF65-F5344CB8AC3E}">
        <p14:creationId xmlns:p14="http://schemas.microsoft.com/office/powerpoint/2010/main" val="18604904"/>
      </p:ext>
    </p:extLst>
  </p:cSld>
</p:sld>
</file>

<file path=ppt/slides/slide16.xml><?xml version="1.0" encoding="utf-8"?>
<p:sld xmlns:p="http://schemas.openxmlformats.org/presentationml/2006/main">
  <p:cSld>
    <p:bg>
      <p:bgPr>
        <a:solidFill xmlns:a="http://schemas.openxmlformats.org/drawingml/2006/main">
          <a:srgbClr val="080808"/>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2907F43E-B58E-4FDE-9DBE-C4AB25D1D917}"/>
              </a:ext>
            </a:extLst>
          </p:cNvPr>
          <p:cNvSpPr>
            <a:spLocks xmlns:a="http://schemas.openxmlformats.org/drawingml/2006/main" noGrp="1"/>
          </p:cNvSpPr>
          <p:nvPr/>
        </p:nvSpPr>
        <p:spPr>
          <a:xfrm xmlns:a="http://schemas.openxmlformats.org/drawingml/2006/main">
            <a:off x="609600" y="466725"/>
            <a:ext cx="10858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0">
                <a:solidFill>
                  <a:srgbClr val="F2F2F2"/>
                </a:solidFill>
                <a:latin typeface="Arial"/>
                <a:ea typeface="Arial"/>
                <a:cs typeface="Arial"/>
              </a:defRPr>
            </a:defPPr>
            <a:lvl1pPr algn="l">
              <a:defRPr sz="3300" b="0">
                <a:solidFill>
                  <a:srgbClr val="F2F2F2"/>
                </a:solidFill>
                <a:latin typeface="Arial"/>
                <a:ea typeface="Arial"/>
                <a:cs typeface="Arial"/>
              </a:defRPr>
            </a:lvl1pPr>
            <a:lvl2pPr algn="l">
              <a:defRPr sz="3300" b="0">
                <a:solidFill>
                  <a:srgbClr val="F2F2F2"/>
                </a:solidFill>
                <a:latin typeface="Arial"/>
                <a:ea typeface="Arial"/>
                <a:cs typeface="Arial"/>
              </a:defRPr>
            </a:lvl2pPr>
            <a:lvl3pPr algn="l">
              <a:defRPr sz="3300" b="0">
                <a:solidFill>
                  <a:srgbClr val="F2F2F2"/>
                </a:solidFill>
                <a:latin typeface="Arial"/>
                <a:ea typeface="Arial"/>
                <a:cs typeface="Arial"/>
              </a:defRPr>
            </a:lvl3pPr>
            <a:lvl4pPr algn="l">
              <a:defRPr sz="3300" b="0">
                <a:solidFill>
                  <a:srgbClr val="F2F2F2"/>
                </a:solidFill>
                <a:latin typeface="Arial"/>
                <a:ea typeface="Arial"/>
                <a:cs typeface="Arial"/>
              </a:defRPr>
            </a:lvl4pPr>
            <a:lvl5pPr algn="l">
              <a:defRPr sz="3300" b="0">
                <a:solidFill>
                  <a:srgbClr val="F2F2F2"/>
                </a:solidFill>
                <a:latin typeface="Arial"/>
                <a:ea typeface="Arial"/>
                <a:cs typeface="Arial"/>
              </a:defRPr>
            </a:lvl5pPr>
            <a:lvl6pPr algn="l">
              <a:defRPr sz="3300" b="0">
                <a:solidFill>
                  <a:srgbClr val="F2F2F2"/>
                </a:solidFill>
                <a:latin typeface="Arial"/>
                <a:ea typeface="Arial"/>
                <a:cs typeface="Arial"/>
              </a:defRPr>
            </a:lvl6pPr>
            <a:lvl7pPr algn="l">
              <a:defRPr sz="3300" b="0">
                <a:solidFill>
                  <a:srgbClr val="F2F2F2"/>
                </a:solidFill>
                <a:latin typeface="Arial"/>
                <a:ea typeface="Arial"/>
                <a:cs typeface="Arial"/>
              </a:defRPr>
            </a:lvl7pPr>
            <a:lvl8pPr algn="l">
              <a:defRPr sz="3300" b="0">
                <a:solidFill>
                  <a:srgbClr val="F2F2F2"/>
                </a:solidFill>
                <a:latin typeface="Arial"/>
                <a:ea typeface="Arial"/>
                <a:cs typeface="Arial"/>
              </a:defRPr>
            </a:lvl8pPr>
            <a:lvl9pPr algn="l">
              <a:defRPr sz="3300" b="0">
                <a:solidFill>
                  <a:srgbClr val="F2F2F2"/>
                </a:solidFill>
                <a:latin typeface="Arial"/>
                <a:ea typeface="Arial"/>
                <a:cs typeface="Arial"/>
              </a:defRPr>
            </a:lvl9pPr>
          </a:lstStyle>
          <a:p xmlns:a="http://schemas.openxmlformats.org/drawingml/2006/main">
            <a:pPr algn="l">
              <a:lnSpc>
                <a:spcPct val="118000"/>
              </a:lnSpc>
              <a:buNone/>
              <a:defRPr sz="3300" b="0">
                <a:solidFill>
                  <a:srgbClr val="F2F2F2"/>
                </a:solidFill>
                <a:latin typeface="Arial"/>
                <a:ea typeface="Arial"/>
                <a:cs typeface="Arial"/>
              </a:defRPr>
            </a:pPr>
            <a:r>
              <a:rPr sz="3300" b="0">
                <a:solidFill>
                  <a:srgbClr val="F2F2F2"/>
                </a:solidFill>
                <a:latin typeface="Arial"/>
                <a:ea typeface="Arial"/>
                <a:cs typeface="Arial"/>
              </a:rPr>
              <a:t>Three ways to use the project</a:t>
            </a:r>
          </a:p>
        </p:txBody>
      </p:sp>
      <p:sp>
        <p:nvSpPr>
          <p:cNvPr id="2" name="row-label-0">
            <a:extLst xmlns:a="http://schemas.openxmlformats.org/drawingml/2006/main">
              <a:ext uri="{FF2B5EF4-FFF2-40B4-BE49-F238E27FC236}">
                <a16:creationId xmlns:a16="http://schemas.microsoft.com/office/drawing/2014/main" id="{5466C1D7-53E5-42C8-BB75-019E4AE9F4EF}"/>
              </a:ext>
            </a:extLst>
          </p:cNvPr>
          <p:cNvSpPr>
            <a:spLocks xmlns:a="http://schemas.openxmlformats.org/drawingml/2006/main" noGrp="1"/>
          </p:cNvSpPr>
          <p:nvPr/>
        </p:nvSpPr>
        <p:spPr>
          <a:xfrm xmlns:a="http://schemas.openxmlformats.org/drawingml/2006/main">
            <a:off x="628650" y="1743075"/>
            <a:ext cx="304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F2F2F2"/>
                </a:solidFill>
                <a:latin typeface="Arial"/>
                <a:ea typeface="Arial"/>
                <a:cs typeface="Arial"/>
              </a:defRPr>
            </a:defPPr>
            <a:lvl1pPr algn="l">
              <a:defRPr sz="1950" b="0">
                <a:solidFill>
                  <a:srgbClr val="F2F2F2"/>
                </a:solidFill>
                <a:latin typeface="Arial"/>
                <a:ea typeface="Arial"/>
                <a:cs typeface="Arial"/>
              </a:defRPr>
            </a:lvl1pPr>
            <a:lvl2pPr algn="l">
              <a:defRPr sz="1950" b="0">
                <a:solidFill>
                  <a:srgbClr val="F2F2F2"/>
                </a:solidFill>
                <a:latin typeface="Arial"/>
                <a:ea typeface="Arial"/>
                <a:cs typeface="Arial"/>
              </a:defRPr>
            </a:lvl2pPr>
            <a:lvl3pPr algn="l">
              <a:defRPr sz="1950" b="0">
                <a:solidFill>
                  <a:srgbClr val="F2F2F2"/>
                </a:solidFill>
                <a:latin typeface="Arial"/>
                <a:ea typeface="Arial"/>
                <a:cs typeface="Arial"/>
              </a:defRPr>
            </a:lvl3pPr>
            <a:lvl4pPr algn="l">
              <a:defRPr sz="1950" b="0">
                <a:solidFill>
                  <a:srgbClr val="F2F2F2"/>
                </a:solidFill>
                <a:latin typeface="Arial"/>
                <a:ea typeface="Arial"/>
                <a:cs typeface="Arial"/>
              </a:defRPr>
            </a:lvl4pPr>
            <a:lvl5pPr algn="l">
              <a:defRPr sz="1950" b="0">
                <a:solidFill>
                  <a:srgbClr val="F2F2F2"/>
                </a:solidFill>
                <a:latin typeface="Arial"/>
                <a:ea typeface="Arial"/>
                <a:cs typeface="Arial"/>
              </a:defRPr>
            </a:lvl5pPr>
            <a:lvl6pPr algn="l">
              <a:defRPr sz="1950" b="0">
                <a:solidFill>
                  <a:srgbClr val="F2F2F2"/>
                </a:solidFill>
                <a:latin typeface="Arial"/>
                <a:ea typeface="Arial"/>
                <a:cs typeface="Arial"/>
              </a:defRPr>
            </a:lvl6pPr>
            <a:lvl7pPr algn="l">
              <a:defRPr sz="1950" b="0">
                <a:solidFill>
                  <a:srgbClr val="F2F2F2"/>
                </a:solidFill>
                <a:latin typeface="Arial"/>
                <a:ea typeface="Arial"/>
                <a:cs typeface="Arial"/>
              </a:defRPr>
            </a:lvl7pPr>
            <a:lvl8pPr algn="l">
              <a:defRPr sz="1950" b="0">
                <a:solidFill>
                  <a:srgbClr val="F2F2F2"/>
                </a:solidFill>
                <a:latin typeface="Arial"/>
                <a:ea typeface="Arial"/>
                <a:cs typeface="Arial"/>
              </a:defRPr>
            </a:lvl8pPr>
            <a:lvl9pPr algn="l">
              <a:defRPr sz="1950" b="0">
                <a:solidFill>
                  <a:srgbClr val="F2F2F2"/>
                </a:solidFill>
                <a:latin typeface="Arial"/>
                <a:ea typeface="Arial"/>
                <a:cs typeface="Arial"/>
              </a:defRPr>
            </a:lvl9pPr>
          </a:lstStyle>
          <a:p xmlns:a="http://schemas.openxmlformats.org/drawingml/2006/main">
            <a:pPr algn="l">
              <a:lnSpc>
                <a:spcPct val="118000"/>
              </a:lnSpc>
              <a:buNone/>
              <a:defRPr sz="1950" b="0">
                <a:solidFill>
                  <a:srgbClr val="F2F2F2"/>
                </a:solidFill>
                <a:latin typeface="Arial"/>
                <a:ea typeface="Arial"/>
                <a:cs typeface="Arial"/>
              </a:defRPr>
            </a:pPr>
            <a:r>
              <a:rPr sz="1950" b="0">
                <a:solidFill>
                  <a:srgbClr val="F2F2F2"/>
                </a:solidFill>
                <a:latin typeface="Arial"/>
                <a:ea typeface="Arial"/>
                <a:cs typeface="Arial"/>
              </a:rPr>
              <a:t>Public website</a:t>
            </a:r>
          </a:p>
        </p:txBody>
      </p:sp>
      <p:sp>
        <p:nvSpPr>
          <p:cNvPr id="3" name="row-description-0">
            <a:extLst xmlns:a="http://schemas.openxmlformats.org/drawingml/2006/main">
              <a:ext uri="{FF2B5EF4-FFF2-40B4-BE49-F238E27FC236}">
                <a16:creationId xmlns:a16="http://schemas.microsoft.com/office/drawing/2014/main" id="{B39E2D97-F20B-433D-9F31-5CBFD1E518CB}"/>
              </a:ext>
            </a:extLst>
          </p:cNvPr>
          <p:cNvSpPr>
            <a:spLocks xmlns:a="http://schemas.openxmlformats.org/drawingml/2006/main" noGrp="1"/>
          </p:cNvSpPr>
          <p:nvPr/>
        </p:nvSpPr>
        <p:spPr>
          <a:xfrm xmlns:a="http://schemas.openxmlformats.org/drawingml/2006/main">
            <a:off x="4095750" y="1743075"/>
            <a:ext cx="723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Browser simulation, session history, labelled rules and simulated recovery. No account required.</a:t>
            </a:r>
          </a:p>
        </p:txBody>
      </p:sp>
      <p:sp>
        <p:nvSpPr>
          <p:cNvPr id="4" name="row-label-1">
            <a:extLst xmlns:a="http://schemas.openxmlformats.org/drawingml/2006/main">
              <a:ext uri="{FF2B5EF4-FFF2-40B4-BE49-F238E27FC236}">
                <a16:creationId xmlns:a16="http://schemas.microsoft.com/office/drawing/2014/main" id="{D310C172-5298-4FC6-A740-643554956EE8}"/>
              </a:ext>
            </a:extLst>
          </p:cNvPr>
          <p:cNvSpPr>
            <a:spLocks xmlns:a="http://schemas.openxmlformats.org/drawingml/2006/main" noGrp="1"/>
          </p:cNvSpPr>
          <p:nvPr/>
        </p:nvSpPr>
        <p:spPr>
          <a:xfrm xmlns:a="http://schemas.openxmlformats.org/drawingml/2006/main">
            <a:off x="628650" y="3048000"/>
            <a:ext cx="304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F2F2F2"/>
                </a:solidFill>
                <a:latin typeface="Arial"/>
                <a:ea typeface="Arial"/>
                <a:cs typeface="Arial"/>
              </a:defRPr>
            </a:defPPr>
            <a:lvl1pPr algn="l">
              <a:defRPr sz="1950" b="0">
                <a:solidFill>
                  <a:srgbClr val="F2F2F2"/>
                </a:solidFill>
                <a:latin typeface="Arial"/>
                <a:ea typeface="Arial"/>
                <a:cs typeface="Arial"/>
              </a:defRPr>
            </a:lvl1pPr>
            <a:lvl2pPr algn="l">
              <a:defRPr sz="1950" b="0">
                <a:solidFill>
                  <a:srgbClr val="F2F2F2"/>
                </a:solidFill>
                <a:latin typeface="Arial"/>
                <a:ea typeface="Arial"/>
                <a:cs typeface="Arial"/>
              </a:defRPr>
            </a:lvl2pPr>
            <a:lvl3pPr algn="l">
              <a:defRPr sz="1950" b="0">
                <a:solidFill>
                  <a:srgbClr val="F2F2F2"/>
                </a:solidFill>
                <a:latin typeface="Arial"/>
                <a:ea typeface="Arial"/>
                <a:cs typeface="Arial"/>
              </a:defRPr>
            </a:lvl3pPr>
            <a:lvl4pPr algn="l">
              <a:defRPr sz="1950" b="0">
                <a:solidFill>
                  <a:srgbClr val="F2F2F2"/>
                </a:solidFill>
                <a:latin typeface="Arial"/>
                <a:ea typeface="Arial"/>
                <a:cs typeface="Arial"/>
              </a:defRPr>
            </a:lvl4pPr>
            <a:lvl5pPr algn="l">
              <a:defRPr sz="1950" b="0">
                <a:solidFill>
                  <a:srgbClr val="F2F2F2"/>
                </a:solidFill>
                <a:latin typeface="Arial"/>
                <a:ea typeface="Arial"/>
                <a:cs typeface="Arial"/>
              </a:defRPr>
            </a:lvl5pPr>
            <a:lvl6pPr algn="l">
              <a:defRPr sz="1950" b="0">
                <a:solidFill>
                  <a:srgbClr val="F2F2F2"/>
                </a:solidFill>
                <a:latin typeface="Arial"/>
                <a:ea typeface="Arial"/>
                <a:cs typeface="Arial"/>
              </a:defRPr>
            </a:lvl6pPr>
            <a:lvl7pPr algn="l">
              <a:defRPr sz="1950" b="0">
                <a:solidFill>
                  <a:srgbClr val="F2F2F2"/>
                </a:solidFill>
                <a:latin typeface="Arial"/>
                <a:ea typeface="Arial"/>
                <a:cs typeface="Arial"/>
              </a:defRPr>
            </a:lvl7pPr>
            <a:lvl8pPr algn="l">
              <a:defRPr sz="1950" b="0">
                <a:solidFill>
                  <a:srgbClr val="F2F2F2"/>
                </a:solidFill>
                <a:latin typeface="Arial"/>
                <a:ea typeface="Arial"/>
                <a:cs typeface="Arial"/>
              </a:defRPr>
            </a:lvl8pPr>
            <a:lvl9pPr algn="l">
              <a:defRPr sz="1950" b="0">
                <a:solidFill>
                  <a:srgbClr val="F2F2F2"/>
                </a:solidFill>
                <a:latin typeface="Arial"/>
                <a:ea typeface="Arial"/>
                <a:cs typeface="Arial"/>
              </a:defRPr>
            </a:lvl9pPr>
          </a:lstStyle>
          <a:p xmlns:a="http://schemas.openxmlformats.org/drawingml/2006/main">
            <a:pPr algn="l">
              <a:lnSpc>
                <a:spcPct val="118000"/>
              </a:lnSpc>
              <a:buNone/>
              <a:defRPr sz="1950" b="0">
                <a:solidFill>
                  <a:srgbClr val="F2F2F2"/>
                </a:solidFill>
                <a:latin typeface="Arial"/>
                <a:ea typeface="Arial"/>
                <a:cs typeface="Arial"/>
              </a:defRPr>
            </a:pPr>
            <a:r>
              <a:rPr sz="1950" b="0">
                <a:solidFill>
                  <a:srgbClr val="F2F2F2"/>
                </a:solidFill>
                <a:latin typeface="Arial"/>
                <a:ea typeface="Arial"/>
                <a:cs typeface="Arial"/>
              </a:rPr>
              <a:t>Local demo</a:t>
            </a:r>
          </a:p>
        </p:txBody>
      </p:sp>
      <p:sp>
        <p:nvSpPr>
          <p:cNvPr id="5" name="row-description-1">
            <a:extLst xmlns:a="http://schemas.openxmlformats.org/drawingml/2006/main">
              <a:ext uri="{FF2B5EF4-FFF2-40B4-BE49-F238E27FC236}">
                <a16:creationId xmlns:a16="http://schemas.microsoft.com/office/drawing/2014/main" id="{5CB3FB8F-3EF3-44A7-972A-95EE45DC5AA3}"/>
              </a:ext>
            </a:extLst>
          </p:cNvPr>
          <p:cNvSpPr>
            <a:spLocks xmlns:a="http://schemas.openxmlformats.org/drawingml/2006/main" noGrp="1"/>
          </p:cNvSpPr>
          <p:nvPr/>
        </p:nvSpPr>
        <p:spPr>
          <a:xfrm xmlns:a="http://schemas.openxmlformats.org/drawingml/2006/main">
            <a:off x="4095750" y="3048000"/>
            <a:ext cx="723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React and FastAPI with SQLite or Compose MongoDB. Optional trained AI service. No cluster required.</a:t>
            </a:r>
          </a:p>
        </p:txBody>
      </p:sp>
      <p:sp>
        <p:nvSpPr>
          <p:cNvPr id="6" name="row-label-2">
            <a:extLst xmlns:a="http://schemas.openxmlformats.org/drawingml/2006/main">
              <a:ext uri="{FF2B5EF4-FFF2-40B4-BE49-F238E27FC236}">
                <a16:creationId xmlns:a16="http://schemas.microsoft.com/office/drawing/2014/main" id="{42A35EAA-2CCE-4A57-A0DE-10BC94147953}"/>
              </a:ext>
            </a:extLst>
          </p:cNvPr>
          <p:cNvSpPr>
            <a:spLocks xmlns:a="http://schemas.openxmlformats.org/drawingml/2006/main" noGrp="1"/>
          </p:cNvSpPr>
          <p:nvPr/>
        </p:nvSpPr>
        <p:spPr>
          <a:xfrm xmlns:a="http://schemas.openxmlformats.org/drawingml/2006/main">
            <a:off x="628650" y="4352925"/>
            <a:ext cx="304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F2F2F2"/>
                </a:solidFill>
                <a:latin typeface="Arial"/>
                <a:ea typeface="Arial"/>
                <a:cs typeface="Arial"/>
              </a:defRPr>
            </a:defPPr>
            <a:lvl1pPr algn="l">
              <a:defRPr sz="1950" b="0">
                <a:solidFill>
                  <a:srgbClr val="F2F2F2"/>
                </a:solidFill>
                <a:latin typeface="Arial"/>
                <a:ea typeface="Arial"/>
                <a:cs typeface="Arial"/>
              </a:defRPr>
            </a:lvl1pPr>
            <a:lvl2pPr algn="l">
              <a:defRPr sz="1950" b="0">
                <a:solidFill>
                  <a:srgbClr val="F2F2F2"/>
                </a:solidFill>
                <a:latin typeface="Arial"/>
                <a:ea typeface="Arial"/>
                <a:cs typeface="Arial"/>
              </a:defRPr>
            </a:lvl2pPr>
            <a:lvl3pPr algn="l">
              <a:defRPr sz="1950" b="0">
                <a:solidFill>
                  <a:srgbClr val="F2F2F2"/>
                </a:solidFill>
                <a:latin typeface="Arial"/>
                <a:ea typeface="Arial"/>
                <a:cs typeface="Arial"/>
              </a:defRPr>
            </a:lvl3pPr>
            <a:lvl4pPr algn="l">
              <a:defRPr sz="1950" b="0">
                <a:solidFill>
                  <a:srgbClr val="F2F2F2"/>
                </a:solidFill>
                <a:latin typeface="Arial"/>
                <a:ea typeface="Arial"/>
                <a:cs typeface="Arial"/>
              </a:defRPr>
            </a:lvl4pPr>
            <a:lvl5pPr algn="l">
              <a:defRPr sz="1950" b="0">
                <a:solidFill>
                  <a:srgbClr val="F2F2F2"/>
                </a:solidFill>
                <a:latin typeface="Arial"/>
                <a:ea typeface="Arial"/>
                <a:cs typeface="Arial"/>
              </a:defRPr>
            </a:lvl5pPr>
            <a:lvl6pPr algn="l">
              <a:defRPr sz="1950" b="0">
                <a:solidFill>
                  <a:srgbClr val="F2F2F2"/>
                </a:solidFill>
                <a:latin typeface="Arial"/>
                <a:ea typeface="Arial"/>
                <a:cs typeface="Arial"/>
              </a:defRPr>
            </a:lvl6pPr>
            <a:lvl7pPr algn="l">
              <a:defRPr sz="1950" b="0">
                <a:solidFill>
                  <a:srgbClr val="F2F2F2"/>
                </a:solidFill>
                <a:latin typeface="Arial"/>
                <a:ea typeface="Arial"/>
                <a:cs typeface="Arial"/>
              </a:defRPr>
            </a:lvl7pPr>
            <a:lvl8pPr algn="l">
              <a:defRPr sz="1950" b="0">
                <a:solidFill>
                  <a:srgbClr val="F2F2F2"/>
                </a:solidFill>
                <a:latin typeface="Arial"/>
                <a:ea typeface="Arial"/>
                <a:cs typeface="Arial"/>
              </a:defRPr>
            </a:lvl8pPr>
            <a:lvl9pPr algn="l">
              <a:defRPr sz="1950" b="0">
                <a:solidFill>
                  <a:srgbClr val="F2F2F2"/>
                </a:solidFill>
                <a:latin typeface="Arial"/>
                <a:ea typeface="Arial"/>
                <a:cs typeface="Arial"/>
              </a:defRPr>
            </a:lvl9pPr>
          </a:lstStyle>
          <a:p xmlns:a="http://schemas.openxmlformats.org/drawingml/2006/main">
            <a:pPr algn="l">
              <a:lnSpc>
                <a:spcPct val="118000"/>
              </a:lnSpc>
              <a:buNone/>
              <a:defRPr sz="1950" b="0">
                <a:solidFill>
                  <a:srgbClr val="F2F2F2"/>
                </a:solidFill>
                <a:latin typeface="Arial"/>
                <a:ea typeface="Arial"/>
                <a:cs typeface="Arial"/>
              </a:defRPr>
            </a:pPr>
            <a:r>
              <a:rPr sz="1950" b="0">
                <a:solidFill>
                  <a:srgbClr val="F2F2F2"/>
                </a:solidFill>
                <a:latin typeface="Arial"/>
                <a:ea typeface="Arial"/>
                <a:cs typeface="Arial"/>
              </a:rPr>
              <a:t>Configured cluster</a:t>
            </a:r>
          </a:p>
        </p:txBody>
      </p:sp>
      <p:sp>
        <p:nvSpPr>
          <p:cNvPr id="7" name="row-description-2">
            <a:extLst xmlns:a="http://schemas.openxmlformats.org/drawingml/2006/main">
              <a:ext uri="{FF2B5EF4-FFF2-40B4-BE49-F238E27FC236}">
                <a16:creationId xmlns:a16="http://schemas.microsoft.com/office/drawing/2014/main" id="{5CFF4353-CD01-4D75-8A78-440D9AF83D0C}"/>
              </a:ext>
            </a:extLst>
          </p:cNvPr>
          <p:cNvSpPr>
            <a:spLocks xmlns:a="http://schemas.openxmlformats.org/drawingml/2006/main" noGrp="1"/>
          </p:cNvSpPr>
          <p:nvPr/>
        </p:nvSpPr>
        <p:spPr>
          <a:xfrm xmlns:a="http://schemas.openxmlformats.org/drawingml/2006/main">
            <a:off x="4095750" y="4352925"/>
            <a:ext cx="723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Optional namespace inventory, exporter-backed metrics and approved Deployment actions. Requires deliberate security and service setup.</a:t>
            </a:r>
          </a:p>
        </p:txBody>
      </p:sp>
      <p:sp>
        <p:nvSpPr>
          <p:cNvPr id="8" name="page-number">
            <a:extLst xmlns:a="http://schemas.openxmlformats.org/drawingml/2006/main">
              <a:ext uri="{FF2B5EF4-FFF2-40B4-BE49-F238E27FC236}">
                <a16:creationId xmlns:a16="http://schemas.microsoft.com/office/drawing/2014/main" id="{B2A807A8-3273-41A6-B573-A6598B149057}"/>
              </a:ext>
            </a:extLst>
          </p:cNvPr>
          <p:cNvSpPr>
            <a:spLocks xmlns:a="http://schemas.openxmlformats.org/drawingml/2006/main" noGrp="1"/>
          </p:cNvSpPr>
          <p:nvPr/>
        </p:nvSpPr>
        <p:spPr>
          <a:xfrm xmlns:a="http://schemas.openxmlformats.org/drawingml/2006/main">
            <a:off x="10763250" y="6457950"/>
            <a:ext cx="857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0">
                <a:solidFill>
                  <a:srgbClr val="9C9FA4"/>
                </a:solidFill>
                <a:latin typeface="Arial"/>
                <a:ea typeface="Arial"/>
                <a:cs typeface="Arial"/>
              </a:defRPr>
            </a:defPPr>
            <a:lvl1pPr algn="l">
              <a:defRPr sz="1050" b="0">
                <a:solidFill>
                  <a:srgbClr val="9C9FA4"/>
                </a:solidFill>
                <a:latin typeface="Arial"/>
                <a:ea typeface="Arial"/>
                <a:cs typeface="Arial"/>
              </a:defRPr>
            </a:lvl1pPr>
            <a:lvl2pPr algn="l">
              <a:defRPr sz="1050" b="0">
                <a:solidFill>
                  <a:srgbClr val="9C9FA4"/>
                </a:solidFill>
                <a:latin typeface="Arial"/>
                <a:ea typeface="Arial"/>
                <a:cs typeface="Arial"/>
              </a:defRPr>
            </a:lvl2pPr>
            <a:lvl3pPr algn="l">
              <a:defRPr sz="1050" b="0">
                <a:solidFill>
                  <a:srgbClr val="9C9FA4"/>
                </a:solidFill>
                <a:latin typeface="Arial"/>
                <a:ea typeface="Arial"/>
                <a:cs typeface="Arial"/>
              </a:defRPr>
            </a:lvl3pPr>
            <a:lvl4pPr algn="l">
              <a:defRPr sz="1050" b="0">
                <a:solidFill>
                  <a:srgbClr val="9C9FA4"/>
                </a:solidFill>
                <a:latin typeface="Arial"/>
                <a:ea typeface="Arial"/>
                <a:cs typeface="Arial"/>
              </a:defRPr>
            </a:lvl4pPr>
            <a:lvl5pPr algn="l">
              <a:defRPr sz="1050" b="0">
                <a:solidFill>
                  <a:srgbClr val="9C9FA4"/>
                </a:solidFill>
                <a:latin typeface="Arial"/>
                <a:ea typeface="Arial"/>
                <a:cs typeface="Arial"/>
              </a:defRPr>
            </a:lvl5pPr>
            <a:lvl6pPr algn="l">
              <a:defRPr sz="1050" b="0">
                <a:solidFill>
                  <a:srgbClr val="9C9FA4"/>
                </a:solidFill>
                <a:latin typeface="Arial"/>
                <a:ea typeface="Arial"/>
                <a:cs typeface="Arial"/>
              </a:defRPr>
            </a:lvl6pPr>
            <a:lvl7pPr algn="l">
              <a:defRPr sz="1050" b="0">
                <a:solidFill>
                  <a:srgbClr val="9C9FA4"/>
                </a:solidFill>
                <a:latin typeface="Arial"/>
                <a:ea typeface="Arial"/>
                <a:cs typeface="Arial"/>
              </a:defRPr>
            </a:lvl7pPr>
            <a:lvl8pPr algn="l">
              <a:defRPr sz="1050" b="0">
                <a:solidFill>
                  <a:srgbClr val="9C9FA4"/>
                </a:solidFill>
                <a:latin typeface="Arial"/>
                <a:ea typeface="Arial"/>
                <a:cs typeface="Arial"/>
              </a:defRPr>
            </a:lvl8pPr>
            <a:lvl9pPr algn="l">
              <a:defRPr sz="1050" b="0">
                <a:solidFill>
                  <a:srgbClr val="9C9FA4"/>
                </a:solidFill>
                <a:latin typeface="Arial"/>
                <a:ea typeface="Arial"/>
                <a:cs typeface="Arial"/>
              </a:defRPr>
            </a:lvl9pPr>
          </a:lstStyle>
          <a:p xmlns:a="http://schemas.openxmlformats.org/drawingml/2006/main">
            <a:pPr algn="l">
              <a:lnSpc>
                <a:spcPct val="118000"/>
              </a:lnSpc>
              <a:buNone/>
              <a:defRPr sz="1050" b="0">
                <a:solidFill>
                  <a:srgbClr val="9C9FA4"/>
                </a:solidFill>
                <a:latin typeface="Arial"/>
                <a:ea typeface="Arial"/>
                <a:cs typeface="Arial"/>
              </a:defRPr>
            </a:pPr>
            <a:r>
              <a:rPr sz="1050" b="0">
                <a:solidFill>
                  <a:srgbClr val="9C9FA4"/>
                </a:solidFill>
                <a:latin typeface="Arial"/>
                <a:ea typeface="Arial"/>
                <a:cs typeface="Arial"/>
              </a:rPr>
              <a:t>16 / 20</a:t>
            </a:r>
          </a:p>
        </p:txBody>
      </p:sp>
    </p:spTree>
    <p:extLst>
      <p:ext uri="{BB962C8B-B14F-4D97-AF65-F5344CB8AC3E}">
        <p14:creationId xmlns:p14="http://schemas.microsoft.com/office/powerpoint/2010/main" val="1141573107"/>
      </p:ext>
    </p:extLst>
  </p:cSld>
</p:sld>
</file>

<file path=ppt/slides/slide17.xml><?xml version="1.0" encoding="utf-8"?>
<p:sld xmlns:p="http://schemas.openxmlformats.org/presentationml/2006/main">
  <p:cSld>
    <p:bg>
      <p:bgPr>
        <a:solidFill xmlns:a="http://schemas.openxmlformats.org/drawingml/2006/main">
          <a:srgbClr val="080808"/>
        </a:solidFill>
      </p:bgPr>
    </p:bg>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305C7A86-3E7A-4A47-B8CB-1B816ECBFF9F}"/>
              </a:ext>
            </a:extLst>
          </p:cNvPr>
          <p:cNvSpPr>
            <a:spLocks xmlns:a="http://schemas.openxmlformats.org/drawingml/2006/main" noGrp="1"/>
          </p:cNvSpPr>
          <p:nvPr/>
        </p:nvSpPr>
        <p:spPr>
          <a:xfrm xmlns:a="http://schemas.openxmlformats.org/drawingml/2006/main">
            <a:off x="609600" y="466725"/>
            <a:ext cx="10858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0">
                <a:solidFill>
                  <a:srgbClr val="F2F2F2"/>
                </a:solidFill>
                <a:latin typeface="Arial"/>
                <a:ea typeface="Arial"/>
                <a:cs typeface="Arial"/>
              </a:defRPr>
            </a:defPPr>
            <a:lvl1pPr algn="l">
              <a:defRPr sz="3300" b="0">
                <a:solidFill>
                  <a:srgbClr val="F2F2F2"/>
                </a:solidFill>
                <a:latin typeface="Arial"/>
                <a:ea typeface="Arial"/>
                <a:cs typeface="Arial"/>
              </a:defRPr>
            </a:lvl1pPr>
            <a:lvl2pPr algn="l">
              <a:defRPr sz="3300" b="0">
                <a:solidFill>
                  <a:srgbClr val="F2F2F2"/>
                </a:solidFill>
                <a:latin typeface="Arial"/>
                <a:ea typeface="Arial"/>
                <a:cs typeface="Arial"/>
              </a:defRPr>
            </a:lvl2pPr>
            <a:lvl3pPr algn="l">
              <a:defRPr sz="3300" b="0">
                <a:solidFill>
                  <a:srgbClr val="F2F2F2"/>
                </a:solidFill>
                <a:latin typeface="Arial"/>
                <a:ea typeface="Arial"/>
                <a:cs typeface="Arial"/>
              </a:defRPr>
            </a:lvl3pPr>
            <a:lvl4pPr algn="l">
              <a:defRPr sz="3300" b="0">
                <a:solidFill>
                  <a:srgbClr val="F2F2F2"/>
                </a:solidFill>
                <a:latin typeface="Arial"/>
                <a:ea typeface="Arial"/>
                <a:cs typeface="Arial"/>
              </a:defRPr>
            </a:lvl4pPr>
            <a:lvl5pPr algn="l">
              <a:defRPr sz="3300" b="0">
                <a:solidFill>
                  <a:srgbClr val="F2F2F2"/>
                </a:solidFill>
                <a:latin typeface="Arial"/>
                <a:ea typeface="Arial"/>
                <a:cs typeface="Arial"/>
              </a:defRPr>
            </a:lvl5pPr>
            <a:lvl6pPr algn="l">
              <a:defRPr sz="3300" b="0">
                <a:solidFill>
                  <a:srgbClr val="F2F2F2"/>
                </a:solidFill>
                <a:latin typeface="Arial"/>
                <a:ea typeface="Arial"/>
                <a:cs typeface="Arial"/>
              </a:defRPr>
            </a:lvl6pPr>
            <a:lvl7pPr algn="l">
              <a:defRPr sz="3300" b="0">
                <a:solidFill>
                  <a:srgbClr val="F2F2F2"/>
                </a:solidFill>
                <a:latin typeface="Arial"/>
                <a:ea typeface="Arial"/>
                <a:cs typeface="Arial"/>
              </a:defRPr>
            </a:lvl7pPr>
            <a:lvl8pPr algn="l">
              <a:defRPr sz="3300" b="0">
                <a:solidFill>
                  <a:srgbClr val="F2F2F2"/>
                </a:solidFill>
                <a:latin typeface="Arial"/>
                <a:ea typeface="Arial"/>
                <a:cs typeface="Arial"/>
              </a:defRPr>
            </a:lvl8pPr>
            <a:lvl9pPr algn="l">
              <a:defRPr sz="3300" b="0">
                <a:solidFill>
                  <a:srgbClr val="F2F2F2"/>
                </a:solidFill>
                <a:latin typeface="Arial"/>
                <a:ea typeface="Arial"/>
                <a:cs typeface="Arial"/>
              </a:defRPr>
            </a:lvl9pPr>
          </a:lstStyle>
          <a:p xmlns:a="http://schemas.openxmlformats.org/drawingml/2006/main">
            <a:pPr algn="l">
              <a:lnSpc>
                <a:spcPct val="118000"/>
              </a:lnSpc>
              <a:buNone/>
              <a:defRPr sz="3300" b="0">
                <a:solidFill>
                  <a:srgbClr val="F2F2F2"/>
                </a:solidFill>
                <a:latin typeface="Arial"/>
                <a:ea typeface="Arial"/>
                <a:cs typeface="Arial"/>
              </a:defRPr>
            </a:pPr>
            <a:r>
              <a:rPr sz="3300" b="0">
                <a:solidFill>
                  <a:srgbClr val="F2F2F2"/>
                </a:solidFill>
                <a:latin typeface="Arial"/>
                <a:ea typeface="Arial"/>
                <a:cs typeface="Arial"/>
              </a:rPr>
              <a:t>A first visit to the demo</a:t>
            </a:r>
          </a:p>
        </p:txBody>
      </p:sp>
      <p:sp>
        <p:nvSpPr>
          <p:cNvPr id="2" name="step-number-0">
            <a:extLst xmlns:a="http://schemas.openxmlformats.org/drawingml/2006/main">
              <a:ext uri="{FF2B5EF4-FFF2-40B4-BE49-F238E27FC236}">
                <a16:creationId xmlns:a16="http://schemas.microsoft.com/office/drawing/2014/main" id="{CB8353A0-8935-4A95-BAC7-CA154588D128}"/>
              </a:ext>
            </a:extLst>
          </p:cNvPr>
          <p:cNvSpPr>
            <a:spLocks xmlns:a="http://schemas.openxmlformats.org/drawingml/2006/main" noGrp="1"/>
          </p:cNvSpPr>
          <p:nvPr/>
        </p:nvSpPr>
        <p:spPr>
          <a:xfrm xmlns:a="http://schemas.openxmlformats.org/drawingml/2006/main">
            <a:off x="628650" y="1743075"/>
            <a:ext cx="619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0">
                <a:solidFill>
                  <a:srgbClr val="9C9FA4"/>
                </a:solidFill>
                <a:latin typeface="Arial"/>
                <a:ea typeface="Arial"/>
                <a:cs typeface="Arial"/>
              </a:defRPr>
            </a:defPPr>
            <a:lvl1pPr algn="l">
              <a:defRPr sz="2325" b="0">
                <a:solidFill>
                  <a:srgbClr val="9C9FA4"/>
                </a:solidFill>
                <a:latin typeface="Arial"/>
                <a:ea typeface="Arial"/>
                <a:cs typeface="Arial"/>
              </a:defRPr>
            </a:lvl1pPr>
            <a:lvl2pPr algn="l">
              <a:defRPr sz="2325" b="0">
                <a:solidFill>
                  <a:srgbClr val="9C9FA4"/>
                </a:solidFill>
                <a:latin typeface="Arial"/>
                <a:ea typeface="Arial"/>
                <a:cs typeface="Arial"/>
              </a:defRPr>
            </a:lvl2pPr>
            <a:lvl3pPr algn="l">
              <a:defRPr sz="2325" b="0">
                <a:solidFill>
                  <a:srgbClr val="9C9FA4"/>
                </a:solidFill>
                <a:latin typeface="Arial"/>
                <a:ea typeface="Arial"/>
                <a:cs typeface="Arial"/>
              </a:defRPr>
            </a:lvl3pPr>
            <a:lvl4pPr algn="l">
              <a:defRPr sz="2325" b="0">
                <a:solidFill>
                  <a:srgbClr val="9C9FA4"/>
                </a:solidFill>
                <a:latin typeface="Arial"/>
                <a:ea typeface="Arial"/>
                <a:cs typeface="Arial"/>
              </a:defRPr>
            </a:lvl4pPr>
            <a:lvl5pPr algn="l">
              <a:defRPr sz="2325" b="0">
                <a:solidFill>
                  <a:srgbClr val="9C9FA4"/>
                </a:solidFill>
                <a:latin typeface="Arial"/>
                <a:ea typeface="Arial"/>
                <a:cs typeface="Arial"/>
              </a:defRPr>
            </a:lvl5pPr>
            <a:lvl6pPr algn="l">
              <a:defRPr sz="2325" b="0">
                <a:solidFill>
                  <a:srgbClr val="9C9FA4"/>
                </a:solidFill>
                <a:latin typeface="Arial"/>
                <a:ea typeface="Arial"/>
                <a:cs typeface="Arial"/>
              </a:defRPr>
            </a:lvl6pPr>
            <a:lvl7pPr algn="l">
              <a:defRPr sz="2325" b="0">
                <a:solidFill>
                  <a:srgbClr val="9C9FA4"/>
                </a:solidFill>
                <a:latin typeface="Arial"/>
                <a:ea typeface="Arial"/>
                <a:cs typeface="Arial"/>
              </a:defRPr>
            </a:lvl7pPr>
            <a:lvl8pPr algn="l">
              <a:defRPr sz="2325" b="0">
                <a:solidFill>
                  <a:srgbClr val="9C9FA4"/>
                </a:solidFill>
                <a:latin typeface="Arial"/>
                <a:ea typeface="Arial"/>
                <a:cs typeface="Arial"/>
              </a:defRPr>
            </a:lvl8pPr>
            <a:lvl9pPr algn="l">
              <a:defRPr sz="2325" b="0">
                <a:solidFill>
                  <a:srgbClr val="9C9FA4"/>
                </a:solidFill>
                <a:latin typeface="Arial"/>
                <a:ea typeface="Arial"/>
                <a:cs typeface="Arial"/>
              </a:defRPr>
            </a:lvl9pPr>
          </a:lstStyle>
          <a:p xmlns:a="http://schemas.openxmlformats.org/drawingml/2006/main">
            <a:pPr algn="l">
              <a:lnSpc>
                <a:spcPct val="118000"/>
              </a:lnSpc>
              <a:buNone/>
              <a:defRPr sz="2325" b="0">
                <a:solidFill>
                  <a:srgbClr val="9C9FA4"/>
                </a:solidFill>
                <a:latin typeface="Arial"/>
                <a:ea typeface="Arial"/>
                <a:cs typeface="Arial"/>
              </a:defRPr>
            </a:pPr>
            <a:r>
              <a:rPr sz="2325" b="0">
                <a:solidFill>
                  <a:srgbClr val="9C9FA4"/>
                </a:solidFill>
                <a:latin typeface="Arial"/>
                <a:ea typeface="Arial"/>
                <a:cs typeface="Arial"/>
              </a:rPr>
              <a:t>01</a:t>
            </a:r>
          </a:p>
        </p:txBody>
      </p:sp>
      <p:sp>
        <p:nvSpPr>
          <p:cNvPr id="3" name="step-title-0">
            <a:extLst xmlns:a="http://schemas.openxmlformats.org/drawingml/2006/main">
              <a:ext uri="{FF2B5EF4-FFF2-40B4-BE49-F238E27FC236}">
                <a16:creationId xmlns:a16="http://schemas.microsoft.com/office/drawing/2014/main" id="{F585B9D8-2DA3-49B6-AD0E-0E541234F093}"/>
              </a:ext>
            </a:extLst>
          </p:cNvPr>
          <p:cNvSpPr>
            <a:spLocks xmlns:a="http://schemas.openxmlformats.org/drawingml/2006/main" noGrp="1"/>
          </p:cNvSpPr>
          <p:nvPr/>
        </p:nvSpPr>
        <p:spPr>
          <a:xfrm xmlns:a="http://schemas.openxmlformats.org/drawingml/2006/main">
            <a:off x="1504950" y="1743075"/>
            <a:ext cx="26289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F2F2F2"/>
                </a:solidFill>
                <a:latin typeface="Arial"/>
                <a:ea typeface="Arial"/>
                <a:cs typeface="Arial"/>
              </a:defRPr>
            </a:defPPr>
            <a:lvl1pPr algn="l">
              <a:defRPr sz="1875" b="0">
                <a:solidFill>
                  <a:srgbClr val="F2F2F2"/>
                </a:solidFill>
                <a:latin typeface="Arial"/>
                <a:ea typeface="Arial"/>
                <a:cs typeface="Arial"/>
              </a:defRPr>
            </a:lvl1pPr>
            <a:lvl2pPr algn="l">
              <a:defRPr sz="1875" b="0">
                <a:solidFill>
                  <a:srgbClr val="F2F2F2"/>
                </a:solidFill>
                <a:latin typeface="Arial"/>
                <a:ea typeface="Arial"/>
                <a:cs typeface="Arial"/>
              </a:defRPr>
            </a:lvl2pPr>
            <a:lvl3pPr algn="l">
              <a:defRPr sz="1875" b="0">
                <a:solidFill>
                  <a:srgbClr val="F2F2F2"/>
                </a:solidFill>
                <a:latin typeface="Arial"/>
                <a:ea typeface="Arial"/>
                <a:cs typeface="Arial"/>
              </a:defRPr>
            </a:lvl3pPr>
            <a:lvl4pPr algn="l">
              <a:defRPr sz="1875" b="0">
                <a:solidFill>
                  <a:srgbClr val="F2F2F2"/>
                </a:solidFill>
                <a:latin typeface="Arial"/>
                <a:ea typeface="Arial"/>
                <a:cs typeface="Arial"/>
              </a:defRPr>
            </a:lvl4pPr>
            <a:lvl5pPr algn="l">
              <a:defRPr sz="1875" b="0">
                <a:solidFill>
                  <a:srgbClr val="F2F2F2"/>
                </a:solidFill>
                <a:latin typeface="Arial"/>
                <a:ea typeface="Arial"/>
                <a:cs typeface="Arial"/>
              </a:defRPr>
            </a:lvl5pPr>
            <a:lvl6pPr algn="l">
              <a:defRPr sz="1875" b="0">
                <a:solidFill>
                  <a:srgbClr val="F2F2F2"/>
                </a:solidFill>
                <a:latin typeface="Arial"/>
                <a:ea typeface="Arial"/>
                <a:cs typeface="Arial"/>
              </a:defRPr>
            </a:lvl6pPr>
            <a:lvl7pPr algn="l">
              <a:defRPr sz="1875" b="0">
                <a:solidFill>
                  <a:srgbClr val="F2F2F2"/>
                </a:solidFill>
                <a:latin typeface="Arial"/>
                <a:ea typeface="Arial"/>
                <a:cs typeface="Arial"/>
              </a:defRPr>
            </a:lvl7pPr>
            <a:lvl8pPr algn="l">
              <a:defRPr sz="1875" b="0">
                <a:solidFill>
                  <a:srgbClr val="F2F2F2"/>
                </a:solidFill>
                <a:latin typeface="Arial"/>
                <a:ea typeface="Arial"/>
                <a:cs typeface="Arial"/>
              </a:defRPr>
            </a:lvl8pPr>
            <a:lvl9pPr algn="l">
              <a:defRPr sz="1875" b="0">
                <a:solidFill>
                  <a:srgbClr val="F2F2F2"/>
                </a:solidFill>
                <a:latin typeface="Arial"/>
                <a:ea typeface="Arial"/>
                <a:cs typeface="Arial"/>
              </a:defRPr>
            </a:lvl9pPr>
          </a:lstStyle>
          <a:p xmlns:a="http://schemas.openxmlformats.org/drawingml/2006/main">
            <a:pPr algn="l">
              <a:lnSpc>
                <a:spcPct val="118000"/>
              </a:lnSpc>
              <a:buNone/>
              <a:defRPr sz="1875" b="0">
                <a:solidFill>
                  <a:srgbClr val="F2F2F2"/>
                </a:solidFill>
                <a:latin typeface="Arial"/>
                <a:ea typeface="Arial"/>
                <a:cs typeface="Arial"/>
              </a:defRPr>
            </a:pPr>
            <a:r>
              <a:rPr sz="1875" b="0">
                <a:solidFill>
                  <a:srgbClr val="F2F2F2"/>
                </a:solidFill>
                <a:latin typeface="Arial"/>
                <a:ea typeface="Arial"/>
                <a:cs typeface="Arial"/>
              </a:rPr>
              <a:t>Open the website</a:t>
            </a:r>
          </a:p>
        </p:txBody>
      </p:sp>
      <p:sp>
        <p:nvSpPr>
          <p:cNvPr id="4" name="step-description-0">
            <a:extLst xmlns:a="http://schemas.openxmlformats.org/drawingml/2006/main">
              <a:ext uri="{FF2B5EF4-FFF2-40B4-BE49-F238E27FC236}">
                <a16:creationId xmlns:a16="http://schemas.microsoft.com/office/drawing/2014/main" id="{0915BCE6-EAF2-4544-B942-019FBF34B925}"/>
              </a:ext>
            </a:extLst>
          </p:cNvPr>
          <p:cNvSpPr>
            <a:spLocks xmlns:a="http://schemas.openxmlformats.org/drawingml/2006/main" noGrp="1"/>
          </p:cNvSpPr>
          <p:nvPr/>
        </p:nvSpPr>
        <p:spPr>
          <a:xfrm xmlns:a="http://schemas.openxmlformats.org/drawingml/2006/main">
            <a:off x="4552950" y="1743075"/>
            <a:ext cx="6838950" cy="942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Visit autohealops.vercel.app. No username or password is required.</a:t>
            </a:r>
          </a:p>
        </p:txBody>
      </p:sp>
      <p:sp>
        <p:nvSpPr>
          <p:cNvPr id="5" name="step-number-1">
            <a:extLst xmlns:a="http://schemas.openxmlformats.org/drawingml/2006/main">
              <a:ext uri="{FF2B5EF4-FFF2-40B4-BE49-F238E27FC236}">
                <a16:creationId xmlns:a16="http://schemas.microsoft.com/office/drawing/2014/main" id="{27C3A379-B053-47BE-A592-4889FEFACB01}"/>
              </a:ext>
            </a:extLst>
          </p:cNvPr>
          <p:cNvSpPr>
            <a:spLocks xmlns:a="http://schemas.openxmlformats.org/drawingml/2006/main" noGrp="1"/>
          </p:cNvSpPr>
          <p:nvPr/>
        </p:nvSpPr>
        <p:spPr>
          <a:xfrm xmlns:a="http://schemas.openxmlformats.org/drawingml/2006/main">
            <a:off x="628650" y="2809875"/>
            <a:ext cx="619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0">
                <a:solidFill>
                  <a:srgbClr val="9C9FA4"/>
                </a:solidFill>
                <a:latin typeface="Arial"/>
                <a:ea typeface="Arial"/>
                <a:cs typeface="Arial"/>
              </a:defRPr>
            </a:defPPr>
            <a:lvl1pPr algn="l">
              <a:defRPr sz="2325" b="0">
                <a:solidFill>
                  <a:srgbClr val="9C9FA4"/>
                </a:solidFill>
                <a:latin typeface="Arial"/>
                <a:ea typeface="Arial"/>
                <a:cs typeface="Arial"/>
              </a:defRPr>
            </a:lvl1pPr>
            <a:lvl2pPr algn="l">
              <a:defRPr sz="2325" b="0">
                <a:solidFill>
                  <a:srgbClr val="9C9FA4"/>
                </a:solidFill>
                <a:latin typeface="Arial"/>
                <a:ea typeface="Arial"/>
                <a:cs typeface="Arial"/>
              </a:defRPr>
            </a:lvl2pPr>
            <a:lvl3pPr algn="l">
              <a:defRPr sz="2325" b="0">
                <a:solidFill>
                  <a:srgbClr val="9C9FA4"/>
                </a:solidFill>
                <a:latin typeface="Arial"/>
                <a:ea typeface="Arial"/>
                <a:cs typeface="Arial"/>
              </a:defRPr>
            </a:lvl3pPr>
            <a:lvl4pPr algn="l">
              <a:defRPr sz="2325" b="0">
                <a:solidFill>
                  <a:srgbClr val="9C9FA4"/>
                </a:solidFill>
                <a:latin typeface="Arial"/>
                <a:ea typeface="Arial"/>
                <a:cs typeface="Arial"/>
              </a:defRPr>
            </a:lvl4pPr>
            <a:lvl5pPr algn="l">
              <a:defRPr sz="2325" b="0">
                <a:solidFill>
                  <a:srgbClr val="9C9FA4"/>
                </a:solidFill>
                <a:latin typeface="Arial"/>
                <a:ea typeface="Arial"/>
                <a:cs typeface="Arial"/>
              </a:defRPr>
            </a:lvl5pPr>
            <a:lvl6pPr algn="l">
              <a:defRPr sz="2325" b="0">
                <a:solidFill>
                  <a:srgbClr val="9C9FA4"/>
                </a:solidFill>
                <a:latin typeface="Arial"/>
                <a:ea typeface="Arial"/>
                <a:cs typeface="Arial"/>
              </a:defRPr>
            </a:lvl6pPr>
            <a:lvl7pPr algn="l">
              <a:defRPr sz="2325" b="0">
                <a:solidFill>
                  <a:srgbClr val="9C9FA4"/>
                </a:solidFill>
                <a:latin typeface="Arial"/>
                <a:ea typeface="Arial"/>
                <a:cs typeface="Arial"/>
              </a:defRPr>
            </a:lvl7pPr>
            <a:lvl8pPr algn="l">
              <a:defRPr sz="2325" b="0">
                <a:solidFill>
                  <a:srgbClr val="9C9FA4"/>
                </a:solidFill>
                <a:latin typeface="Arial"/>
                <a:ea typeface="Arial"/>
                <a:cs typeface="Arial"/>
              </a:defRPr>
            </a:lvl8pPr>
            <a:lvl9pPr algn="l">
              <a:defRPr sz="2325" b="0">
                <a:solidFill>
                  <a:srgbClr val="9C9FA4"/>
                </a:solidFill>
                <a:latin typeface="Arial"/>
                <a:ea typeface="Arial"/>
                <a:cs typeface="Arial"/>
              </a:defRPr>
            </a:lvl9pPr>
          </a:lstStyle>
          <a:p xmlns:a="http://schemas.openxmlformats.org/drawingml/2006/main">
            <a:pPr algn="l">
              <a:lnSpc>
                <a:spcPct val="118000"/>
              </a:lnSpc>
              <a:buNone/>
              <a:defRPr sz="2325" b="0">
                <a:solidFill>
                  <a:srgbClr val="9C9FA4"/>
                </a:solidFill>
                <a:latin typeface="Arial"/>
                <a:ea typeface="Arial"/>
                <a:cs typeface="Arial"/>
              </a:defRPr>
            </a:pPr>
            <a:r>
              <a:rPr sz="2325" b="0">
                <a:solidFill>
                  <a:srgbClr val="9C9FA4"/>
                </a:solidFill>
                <a:latin typeface="Arial"/>
                <a:ea typeface="Arial"/>
                <a:cs typeface="Arial"/>
              </a:rPr>
              <a:t>02</a:t>
            </a:r>
          </a:p>
        </p:txBody>
      </p:sp>
      <p:sp>
        <p:nvSpPr>
          <p:cNvPr id="6" name="step-title-1">
            <a:extLst xmlns:a="http://schemas.openxmlformats.org/drawingml/2006/main">
              <a:ext uri="{FF2B5EF4-FFF2-40B4-BE49-F238E27FC236}">
                <a16:creationId xmlns:a16="http://schemas.microsoft.com/office/drawing/2014/main" id="{251CFA5F-CE03-4473-A890-79B647E70CE9}"/>
              </a:ext>
            </a:extLst>
          </p:cNvPr>
          <p:cNvSpPr>
            <a:spLocks xmlns:a="http://schemas.openxmlformats.org/drawingml/2006/main" noGrp="1"/>
          </p:cNvSpPr>
          <p:nvPr/>
        </p:nvSpPr>
        <p:spPr>
          <a:xfrm xmlns:a="http://schemas.openxmlformats.org/drawingml/2006/main">
            <a:off x="1504950" y="2809875"/>
            <a:ext cx="26289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F2F2F2"/>
                </a:solidFill>
                <a:latin typeface="Arial"/>
                <a:ea typeface="Arial"/>
                <a:cs typeface="Arial"/>
              </a:defRPr>
            </a:defPPr>
            <a:lvl1pPr algn="l">
              <a:defRPr sz="1875" b="0">
                <a:solidFill>
                  <a:srgbClr val="F2F2F2"/>
                </a:solidFill>
                <a:latin typeface="Arial"/>
                <a:ea typeface="Arial"/>
                <a:cs typeface="Arial"/>
              </a:defRPr>
            </a:lvl1pPr>
            <a:lvl2pPr algn="l">
              <a:defRPr sz="1875" b="0">
                <a:solidFill>
                  <a:srgbClr val="F2F2F2"/>
                </a:solidFill>
                <a:latin typeface="Arial"/>
                <a:ea typeface="Arial"/>
                <a:cs typeface="Arial"/>
              </a:defRPr>
            </a:lvl2pPr>
            <a:lvl3pPr algn="l">
              <a:defRPr sz="1875" b="0">
                <a:solidFill>
                  <a:srgbClr val="F2F2F2"/>
                </a:solidFill>
                <a:latin typeface="Arial"/>
                <a:ea typeface="Arial"/>
                <a:cs typeface="Arial"/>
              </a:defRPr>
            </a:lvl3pPr>
            <a:lvl4pPr algn="l">
              <a:defRPr sz="1875" b="0">
                <a:solidFill>
                  <a:srgbClr val="F2F2F2"/>
                </a:solidFill>
                <a:latin typeface="Arial"/>
                <a:ea typeface="Arial"/>
                <a:cs typeface="Arial"/>
              </a:defRPr>
            </a:lvl4pPr>
            <a:lvl5pPr algn="l">
              <a:defRPr sz="1875" b="0">
                <a:solidFill>
                  <a:srgbClr val="F2F2F2"/>
                </a:solidFill>
                <a:latin typeface="Arial"/>
                <a:ea typeface="Arial"/>
                <a:cs typeface="Arial"/>
              </a:defRPr>
            </a:lvl5pPr>
            <a:lvl6pPr algn="l">
              <a:defRPr sz="1875" b="0">
                <a:solidFill>
                  <a:srgbClr val="F2F2F2"/>
                </a:solidFill>
                <a:latin typeface="Arial"/>
                <a:ea typeface="Arial"/>
                <a:cs typeface="Arial"/>
              </a:defRPr>
            </a:lvl6pPr>
            <a:lvl7pPr algn="l">
              <a:defRPr sz="1875" b="0">
                <a:solidFill>
                  <a:srgbClr val="F2F2F2"/>
                </a:solidFill>
                <a:latin typeface="Arial"/>
                <a:ea typeface="Arial"/>
                <a:cs typeface="Arial"/>
              </a:defRPr>
            </a:lvl7pPr>
            <a:lvl8pPr algn="l">
              <a:defRPr sz="1875" b="0">
                <a:solidFill>
                  <a:srgbClr val="F2F2F2"/>
                </a:solidFill>
                <a:latin typeface="Arial"/>
                <a:ea typeface="Arial"/>
                <a:cs typeface="Arial"/>
              </a:defRPr>
            </a:lvl8pPr>
            <a:lvl9pPr algn="l">
              <a:defRPr sz="1875" b="0">
                <a:solidFill>
                  <a:srgbClr val="F2F2F2"/>
                </a:solidFill>
                <a:latin typeface="Arial"/>
                <a:ea typeface="Arial"/>
                <a:cs typeface="Arial"/>
              </a:defRPr>
            </a:lvl9pPr>
          </a:lstStyle>
          <a:p xmlns:a="http://schemas.openxmlformats.org/drawingml/2006/main">
            <a:pPr algn="l">
              <a:lnSpc>
                <a:spcPct val="118000"/>
              </a:lnSpc>
              <a:buNone/>
              <a:defRPr sz="1875" b="0">
                <a:solidFill>
                  <a:srgbClr val="F2F2F2"/>
                </a:solidFill>
                <a:latin typeface="Arial"/>
                <a:ea typeface="Arial"/>
                <a:cs typeface="Arial"/>
              </a:defRPr>
            </a:pPr>
            <a:r>
              <a:rPr sz="1875" b="0">
                <a:solidFill>
                  <a:srgbClr val="F2F2F2"/>
                </a:solidFill>
                <a:latin typeface="Arial"/>
                <a:ea typeface="Arial"/>
                <a:cs typeface="Arial"/>
              </a:rPr>
              <a:t>Create a visible example</a:t>
            </a:r>
          </a:p>
        </p:txBody>
      </p:sp>
      <p:sp>
        <p:nvSpPr>
          <p:cNvPr id="7" name="step-description-1">
            <a:extLst xmlns:a="http://schemas.openxmlformats.org/drawingml/2006/main">
              <a:ext uri="{FF2B5EF4-FFF2-40B4-BE49-F238E27FC236}">
                <a16:creationId xmlns:a16="http://schemas.microsoft.com/office/drawing/2014/main" id="{80AEB085-F47C-4EDD-9E76-930E98D4278B}"/>
              </a:ext>
            </a:extLst>
          </p:cNvPr>
          <p:cNvSpPr>
            <a:spLocks xmlns:a="http://schemas.openxmlformats.org/drawingml/2006/main" noGrp="1"/>
          </p:cNvSpPr>
          <p:nvPr/>
        </p:nvSpPr>
        <p:spPr>
          <a:xfrm xmlns:a="http://schemas.openxmlformats.org/drawingml/2006/main">
            <a:off x="4552950" y="2809875"/>
            <a:ext cx="6838950" cy="942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Use the scenario lab to inject a CPU, memory, restart or latency fault.</a:t>
            </a:r>
          </a:p>
        </p:txBody>
      </p:sp>
      <p:sp>
        <p:nvSpPr>
          <p:cNvPr id="8" name="step-number-2">
            <a:extLst xmlns:a="http://schemas.openxmlformats.org/drawingml/2006/main">
              <a:ext uri="{FF2B5EF4-FFF2-40B4-BE49-F238E27FC236}">
                <a16:creationId xmlns:a16="http://schemas.microsoft.com/office/drawing/2014/main" id="{BEA55AD9-8E16-4ADF-9C74-3C9A71118D85}"/>
              </a:ext>
            </a:extLst>
          </p:cNvPr>
          <p:cNvSpPr>
            <a:spLocks xmlns:a="http://schemas.openxmlformats.org/drawingml/2006/main" noGrp="1"/>
          </p:cNvSpPr>
          <p:nvPr/>
        </p:nvSpPr>
        <p:spPr>
          <a:xfrm xmlns:a="http://schemas.openxmlformats.org/drawingml/2006/main">
            <a:off x="628650" y="3876675"/>
            <a:ext cx="619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0">
                <a:solidFill>
                  <a:srgbClr val="9C9FA4"/>
                </a:solidFill>
                <a:latin typeface="Arial"/>
                <a:ea typeface="Arial"/>
                <a:cs typeface="Arial"/>
              </a:defRPr>
            </a:defPPr>
            <a:lvl1pPr algn="l">
              <a:defRPr sz="2325" b="0">
                <a:solidFill>
                  <a:srgbClr val="9C9FA4"/>
                </a:solidFill>
                <a:latin typeface="Arial"/>
                <a:ea typeface="Arial"/>
                <a:cs typeface="Arial"/>
              </a:defRPr>
            </a:lvl1pPr>
            <a:lvl2pPr algn="l">
              <a:defRPr sz="2325" b="0">
                <a:solidFill>
                  <a:srgbClr val="9C9FA4"/>
                </a:solidFill>
                <a:latin typeface="Arial"/>
                <a:ea typeface="Arial"/>
                <a:cs typeface="Arial"/>
              </a:defRPr>
            </a:lvl2pPr>
            <a:lvl3pPr algn="l">
              <a:defRPr sz="2325" b="0">
                <a:solidFill>
                  <a:srgbClr val="9C9FA4"/>
                </a:solidFill>
                <a:latin typeface="Arial"/>
                <a:ea typeface="Arial"/>
                <a:cs typeface="Arial"/>
              </a:defRPr>
            </a:lvl3pPr>
            <a:lvl4pPr algn="l">
              <a:defRPr sz="2325" b="0">
                <a:solidFill>
                  <a:srgbClr val="9C9FA4"/>
                </a:solidFill>
                <a:latin typeface="Arial"/>
                <a:ea typeface="Arial"/>
                <a:cs typeface="Arial"/>
              </a:defRPr>
            </a:lvl4pPr>
            <a:lvl5pPr algn="l">
              <a:defRPr sz="2325" b="0">
                <a:solidFill>
                  <a:srgbClr val="9C9FA4"/>
                </a:solidFill>
                <a:latin typeface="Arial"/>
                <a:ea typeface="Arial"/>
                <a:cs typeface="Arial"/>
              </a:defRPr>
            </a:lvl5pPr>
            <a:lvl6pPr algn="l">
              <a:defRPr sz="2325" b="0">
                <a:solidFill>
                  <a:srgbClr val="9C9FA4"/>
                </a:solidFill>
                <a:latin typeface="Arial"/>
                <a:ea typeface="Arial"/>
                <a:cs typeface="Arial"/>
              </a:defRPr>
            </a:lvl6pPr>
            <a:lvl7pPr algn="l">
              <a:defRPr sz="2325" b="0">
                <a:solidFill>
                  <a:srgbClr val="9C9FA4"/>
                </a:solidFill>
                <a:latin typeface="Arial"/>
                <a:ea typeface="Arial"/>
                <a:cs typeface="Arial"/>
              </a:defRPr>
            </a:lvl7pPr>
            <a:lvl8pPr algn="l">
              <a:defRPr sz="2325" b="0">
                <a:solidFill>
                  <a:srgbClr val="9C9FA4"/>
                </a:solidFill>
                <a:latin typeface="Arial"/>
                <a:ea typeface="Arial"/>
                <a:cs typeface="Arial"/>
              </a:defRPr>
            </a:lvl8pPr>
            <a:lvl9pPr algn="l">
              <a:defRPr sz="2325" b="0">
                <a:solidFill>
                  <a:srgbClr val="9C9FA4"/>
                </a:solidFill>
                <a:latin typeface="Arial"/>
                <a:ea typeface="Arial"/>
                <a:cs typeface="Arial"/>
              </a:defRPr>
            </a:lvl9pPr>
          </a:lstStyle>
          <a:p xmlns:a="http://schemas.openxmlformats.org/drawingml/2006/main">
            <a:pPr algn="l">
              <a:lnSpc>
                <a:spcPct val="118000"/>
              </a:lnSpc>
              <a:buNone/>
              <a:defRPr sz="2325" b="0">
                <a:solidFill>
                  <a:srgbClr val="9C9FA4"/>
                </a:solidFill>
                <a:latin typeface="Arial"/>
                <a:ea typeface="Arial"/>
                <a:cs typeface="Arial"/>
              </a:defRPr>
            </a:pPr>
            <a:r>
              <a:rPr sz="2325" b="0">
                <a:solidFill>
                  <a:srgbClr val="9C9FA4"/>
                </a:solidFill>
                <a:latin typeface="Arial"/>
                <a:ea typeface="Arial"/>
                <a:cs typeface="Arial"/>
              </a:rPr>
              <a:t>03</a:t>
            </a:r>
          </a:p>
        </p:txBody>
      </p:sp>
      <p:sp>
        <p:nvSpPr>
          <p:cNvPr id="9" name="step-title-2">
            <a:extLst xmlns:a="http://schemas.openxmlformats.org/drawingml/2006/main">
              <a:ext uri="{FF2B5EF4-FFF2-40B4-BE49-F238E27FC236}">
                <a16:creationId xmlns:a16="http://schemas.microsoft.com/office/drawing/2014/main" id="{A15F25F6-E68B-4B7F-A60E-250B88473CC7}"/>
              </a:ext>
            </a:extLst>
          </p:cNvPr>
          <p:cNvSpPr>
            <a:spLocks xmlns:a="http://schemas.openxmlformats.org/drawingml/2006/main" noGrp="1"/>
          </p:cNvSpPr>
          <p:nvPr/>
        </p:nvSpPr>
        <p:spPr>
          <a:xfrm xmlns:a="http://schemas.openxmlformats.org/drawingml/2006/main">
            <a:off x="1504950" y="3876675"/>
            <a:ext cx="26289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F2F2F2"/>
                </a:solidFill>
                <a:latin typeface="Arial"/>
                <a:ea typeface="Arial"/>
                <a:cs typeface="Arial"/>
              </a:defRPr>
            </a:defPPr>
            <a:lvl1pPr algn="l">
              <a:defRPr sz="1875" b="0">
                <a:solidFill>
                  <a:srgbClr val="F2F2F2"/>
                </a:solidFill>
                <a:latin typeface="Arial"/>
                <a:ea typeface="Arial"/>
                <a:cs typeface="Arial"/>
              </a:defRPr>
            </a:lvl1pPr>
            <a:lvl2pPr algn="l">
              <a:defRPr sz="1875" b="0">
                <a:solidFill>
                  <a:srgbClr val="F2F2F2"/>
                </a:solidFill>
                <a:latin typeface="Arial"/>
                <a:ea typeface="Arial"/>
                <a:cs typeface="Arial"/>
              </a:defRPr>
            </a:lvl2pPr>
            <a:lvl3pPr algn="l">
              <a:defRPr sz="1875" b="0">
                <a:solidFill>
                  <a:srgbClr val="F2F2F2"/>
                </a:solidFill>
                <a:latin typeface="Arial"/>
                <a:ea typeface="Arial"/>
                <a:cs typeface="Arial"/>
              </a:defRPr>
            </a:lvl3pPr>
            <a:lvl4pPr algn="l">
              <a:defRPr sz="1875" b="0">
                <a:solidFill>
                  <a:srgbClr val="F2F2F2"/>
                </a:solidFill>
                <a:latin typeface="Arial"/>
                <a:ea typeface="Arial"/>
                <a:cs typeface="Arial"/>
              </a:defRPr>
            </a:lvl4pPr>
            <a:lvl5pPr algn="l">
              <a:defRPr sz="1875" b="0">
                <a:solidFill>
                  <a:srgbClr val="F2F2F2"/>
                </a:solidFill>
                <a:latin typeface="Arial"/>
                <a:ea typeface="Arial"/>
                <a:cs typeface="Arial"/>
              </a:defRPr>
            </a:lvl5pPr>
            <a:lvl6pPr algn="l">
              <a:defRPr sz="1875" b="0">
                <a:solidFill>
                  <a:srgbClr val="F2F2F2"/>
                </a:solidFill>
                <a:latin typeface="Arial"/>
                <a:ea typeface="Arial"/>
                <a:cs typeface="Arial"/>
              </a:defRPr>
            </a:lvl6pPr>
            <a:lvl7pPr algn="l">
              <a:defRPr sz="1875" b="0">
                <a:solidFill>
                  <a:srgbClr val="F2F2F2"/>
                </a:solidFill>
                <a:latin typeface="Arial"/>
                <a:ea typeface="Arial"/>
                <a:cs typeface="Arial"/>
              </a:defRPr>
            </a:lvl7pPr>
            <a:lvl8pPr algn="l">
              <a:defRPr sz="1875" b="0">
                <a:solidFill>
                  <a:srgbClr val="F2F2F2"/>
                </a:solidFill>
                <a:latin typeface="Arial"/>
                <a:ea typeface="Arial"/>
                <a:cs typeface="Arial"/>
              </a:defRPr>
            </a:lvl8pPr>
            <a:lvl9pPr algn="l">
              <a:defRPr sz="1875" b="0">
                <a:solidFill>
                  <a:srgbClr val="F2F2F2"/>
                </a:solidFill>
                <a:latin typeface="Arial"/>
                <a:ea typeface="Arial"/>
                <a:cs typeface="Arial"/>
              </a:defRPr>
            </a:lvl9pPr>
          </a:lstStyle>
          <a:p xmlns:a="http://schemas.openxmlformats.org/drawingml/2006/main">
            <a:pPr algn="l">
              <a:lnSpc>
                <a:spcPct val="118000"/>
              </a:lnSpc>
              <a:buNone/>
              <a:defRPr sz="1875" b="0">
                <a:solidFill>
                  <a:srgbClr val="F2F2F2"/>
                </a:solidFill>
                <a:latin typeface="Arial"/>
                <a:ea typeface="Arial"/>
                <a:cs typeface="Arial"/>
              </a:defRPr>
            </a:pPr>
            <a:r>
              <a:rPr sz="1875" b="0">
                <a:solidFill>
                  <a:srgbClr val="F2F2F2"/>
                </a:solidFill>
                <a:latin typeface="Arial"/>
                <a:ea typeface="Arial"/>
                <a:cs typeface="Arial"/>
              </a:rPr>
              <a:t>Review the proposed action</a:t>
            </a:r>
          </a:p>
        </p:txBody>
      </p:sp>
      <p:sp>
        <p:nvSpPr>
          <p:cNvPr id="10" name="step-description-2">
            <a:extLst xmlns:a="http://schemas.openxmlformats.org/drawingml/2006/main">
              <a:ext uri="{FF2B5EF4-FFF2-40B4-BE49-F238E27FC236}">
                <a16:creationId xmlns:a16="http://schemas.microsoft.com/office/drawing/2014/main" id="{C69E84BA-2534-4E3C-A6D1-C31C065ADC46}"/>
              </a:ext>
            </a:extLst>
          </p:cNvPr>
          <p:cNvSpPr>
            <a:spLocks xmlns:a="http://schemas.openxmlformats.org/drawingml/2006/main" noGrp="1"/>
          </p:cNvSpPr>
          <p:nvPr/>
        </p:nvSpPr>
        <p:spPr>
          <a:xfrm xmlns:a="http://schemas.openxmlformats.org/drawingml/2006/main">
            <a:off x="4552950" y="3876675"/>
            <a:ext cx="6838950" cy="942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Read the evidence, approve the recommendation and resume healing.</a:t>
            </a:r>
          </a:p>
        </p:txBody>
      </p:sp>
      <p:sp>
        <p:nvSpPr>
          <p:cNvPr id="11" name="step-number-3">
            <a:extLst xmlns:a="http://schemas.openxmlformats.org/drawingml/2006/main">
              <a:ext uri="{FF2B5EF4-FFF2-40B4-BE49-F238E27FC236}">
                <a16:creationId xmlns:a16="http://schemas.microsoft.com/office/drawing/2014/main" id="{7021CA15-8204-4135-A9BC-5DD1A0EDBA2E}"/>
              </a:ext>
            </a:extLst>
          </p:cNvPr>
          <p:cNvSpPr>
            <a:spLocks xmlns:a="http://schemas.openxmlformats.org/drawingml/2006/main" noGrp="1"/>
          </p:cNvSpPr>
          <p:nvPr/>
        </p:nvSpPr>
        <p:spPr>
          <a:xfrm xmlns:a="http://schemas.openxmlformats.org/drawingml/2006/main">
            <a:off x="628650" y="4943475"/>
            <a:ext cx="619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0">
                <a:solidFill>
                  <a:srgbClr val="9C9FA4"/>
                </a:solidFill>
                <a:latin typeface="Arial"/>
                <a:ea typeface="Arial"/>
                <a:cs typeface="Arial"/>
              </a:defRPr>
            </a:defPPr>
            <a:lvl1pPr algn="l">
              <a:defRPr sz="2325" b="0">
                <a:solidFill>
                  <a:srgbClr val="9C9FA4"/>
                </a:solidFill>
                <a:latin typeface="Arial"/>
                <a:ea typeface="Arial"/>
                <a:cs typeface="Arial"/>
              </a:defRPr>
            </a:lvl1pPr>
            <a:lvl2pPr algn="l">
              <a:defRPr sz="2325" b="0">
                <a:solidFill>
                  <a:srgbClr val="9C9FA4"/>
                </a:solidFill>
                <a:latin typeface="Arial"/>
                <a:ea typeface="Arial"/>
                <a:cs typeface="Arial"/>
              </a:defRPr>
            </a:lvl2pPr>
            <a:lvl3pPr algn="l">
              <a:defRPr sz="2325" b="0">
                <a:solidFill>
                  <a:srgbClr val="9C9FA4"/>
                </a:solidFill>
                <a:latin typeface="Arial"/>
                <a:ea typeface="Arial"/>
                <a:cs typeface="Arial"/>
              </a:defRPr>
            </a:lvl3pPr>
            <a:lvl4pPr algn="l">
              <a:defRPr sz="2325" b="0">
                <a:solidFill>
                  <a:srgbClr val="9C9FA4"/>
                </a:solidFill>
                <a:latin typeface="Arial"/>
                <a:ea typeface="Arial"/>
                <a:cs typeface="Arial"/>
              </a:defRPr>
            </a:lvl4pPr>
            <a:lvl5pPr algn="l">
              <a:defRPr sz="2325" b="0">
                <a:solidFill>
                  <a:srgbClr val="9C9FA4"/>
                </a:solidFill>
                <a:latin typeface="Arial"/>
                <a:ea typeface="Arial"/>
                <a:cs typeface="Arial"/>
              </a:defRPr>
            </a:lvl5pPr>
            <a:lvl6pPr algn="l">
              <a:defRPr sz="2325" b="0">
                <a:solidFill>
                  <a:srgbClr val="9C9FA4"/>
                </a:solidFill>
                <a:latin typeface="Arial"/>
                <a:ea typeface="Arial"/>
                <a:cs typeface="Arial"/>
              </a:defRPr>
            </a:lvl6pPr>
            <a:lvl7pPr algn="l">
              <a:defRPr sz="2325" b="0">
                <a:solidFill>
                  <a:srgbClr val="9C9FA4"/>
                </a:solidFill>
                <a:latin typeface="Arial"/>
                <a:ea typeface="Arial"/>
                <a:cs typeface="Arial"/>
              </a:defRPr>
            </a:lvl7pPr>
            <a:lvl8pPr algn="l">
              <a:defRPr sz="2325" b="0">
                <a:solidFill>
                  <a:srgbClr val="9C9FA4"/>
                </a:solidFill>
                <a:latin typeface="Arial"/>
                <a:ea typeface="Arial"/>
                <a:cs typeface="Arial"/>
              </a:defRPr>
            </a:lvl8pPr>
            <a:lvl9pPr algn="l">
              <a:defRPr sz="2325" b="0">
                <a:solidFill>
                  <a:srgbClr val="9C9FA4"/>
                </a:solidFill>
                <a:latin typeface="Arial"/>
                <a:ea typeface="Arial"/>
                <a:cs typeface="Arial"/>
              </a:defRPr>
            </a:lvl9pPr>
          </a:lstStyle>
          <a:p xmlns:a="http://schemas.openxmlformats.org/drawingml/2006/main">
            <a:pPr algn="l">
              <a:lnSpc>
                <a:spcPct val="118000"/>
              </a:lnSpc>
              <a:buNone/>
              <a:defRPr sz="2325" b="0">
                <a:solidFill>
                  <a:srgbClr val="9C9FA4"/>
                </a:solidFill>
                <a:latin typeface="Arial"/>
                <a:ea typeface="Arial"/>
                <a:cs typeface="Arial"/>
              </a:defRPr>
            </a:pPr>
            <a:r>
              <a:rPr sz="2325" b="0">
                <a:solidFill>
                  <a:srgbClr val="9C9FA4"/>
                </a:solidFill>
                <a:latin typeface="Arial"/>
                <a:ea typeface="Arial"/>
                <a:cs typeface="Arial"/>
              </a:rPr>
              <a:t>04</a:t>
            </a:r>
          </a:p>
        </p:txBody>
      </p:sp>
      <p:sp>
        <p:nvSpPr>
          <p:cNvPr id="12" name="step-title-3">
            <a:extLst xmlns:a="http://schemas.openxmlformats.org/drawingml/2006/main">
              <a:ext uri="{FF2B5EF4-FFF2-40B4-BE49-F238E27FC236}">
                <a16:creationId xmlns:a16="http://schemas.microsoft.com/office/drawing/2014/main" id="{64289560-F34D-4BA2-8F99-79E50F505D1E}"/>
              </a:ext>
            </a:extLst>
          </p:cNvPr>
          <p:cNvSpPr>
            <a:spLocks xmlns:a="http://schemas.openxmlformats.org/drawingml/2006/main" noGrp="1"/>
          </p:cNvSpPr>
          <p:nvPr/>
        </p:nvSpPr>
        <p:spPr>
          <a:xfrm xmlns:a="http://schemas.openxmlformats.org/drawingml/2006/main">
            <a:off x="1504950" y="4943475"/>
            <a:ext cx="26289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F2F2F2"/>
                </a:solidFill>
                <a:latin typeface="Arial"/>
                <a:ea typeface="Arial"/>
                <a:cs typeface="Arial"/>
              </a:defRPr>
            </a:defPPr>
            <a:lvl1pPr algn="l">
              <a:defRPr sz="1875" b="0">
                <a:solidFill>
                  <a:srgbClr val="F2F2F2"/>
                </a:solidFill>
                <a:latin typeface="Arial"/>
                <a:ea typeface="Arial"/>
                <a:cs typeface="Arial"/>
              </a:defRPr>
            </a:lvl1pPr>
            <a:lvl2pPr algn="l">
              <a:defRPr sz="1875" b="0">
                <a:solidFill>
                  <a:srgbClr val="F2F2F2"/>
                </a:solidFill>
                <a:latin typeface="Arial"/>
                <a:ea typeface="Arial"/>
                <a:cs typeface="Arial"/>
              </a:defRPr>
            </a:lvl2pPr>
            <a:lvl3pPr algn="l">
              <a:defRPr sz="1875" b="0">
                <a:solidFill>
                  <a:srgbClr val="F2F2F2"/>
                </a:solidFill>
                <a:latin typeface="Arial"/>
                <a:ea typeface="Arial"/>
                <a:cs typeface="Arial"/>
              </a:defRPr>
            </a:lvl3pPr>
            <a:lvl4pPr algn="l">
              <a:defRPr sz="1875" b="0">
                <a:solidFill>
                  <a:srgbClr val="F2F2F2"/>
                </a:solidFill>
                <a:latin typeface="Arial"/>
                <a:ea typeface="Arial"/>
                <a:cs typeface="Arial"/>
              </a:defRPr>
            </a:lvl4pPr>
            <a:lvl5pPr algn="l">
              <a:defRPr sz="1875" b="0">
                <a:solidFill>
                  <a:srgbClr val="F2F2F2"/>
                </a:solidFill>
                <a:latin typeface="Arial"/>
                <a:ea typeface="Arial"/>
                <a:cs typeface="Arial"/>
              </a:defRPr>
            </a:lvl5pPr>
            <a:lvl6pPr algn="l">
              <a:defRPr sz="1875" b="0">
                <a:solidFill>
                  <a:srgbClr val="F2F2F2"/>
                </a:solidFill>
                <a:latin typeface="Arial"/>
                <a:ea typeface="Arial"/>
                <a:cs typeface="Arial"/>
              </a:defRPr>
            </a:lvl6pPr>
            <a:lvl7pPr algn="l">
              <a:defRPr sz="1875" b="0">
                <a:solidFill>
                  <a:srgbClr val="F2F2F2"/>
                </a:solidFill>
                <a:latin typeface="Arial"/>
                <a:ea typeface="Arial"/>
                <a:cs typeface="Arial"/>
              </a:defRPr>
            </a:lvl7pPr>
            <a:lvl8pPr algn="l">
              <a:defRPr sz="1875" b="0">
                <a:solidFill>
                  <a:srgbClr val="F2F2F2"/>
                </a:solidFill>
                <a:latin typeface="Arial"/>
                <a:ea typeface="Arial"/>
                <a:cs typeface="Arial"/>
              </a:defRPr>
            </a:lvl8pPr>
            <a:lvl9pPr algn="l">
              <a:defRPr sz="1875" b="0">
                <a:solidFill>
                  <a:srgbClr val="F2F2F2"/>
                </a:solidFill>
                <a:latin typeface="Arial"/>
                <a:ea typeface="Arial"/>
                <a:cs typeface="Arial"/>
              </a:defRPr>
            </a:lvl9pPr>
          </a:lstStyle>
          <a:p xmlns:a="http://schemas.openxmlformats.org/drawingml/2006/main">
            <a:pPr algn="l">
              <a:lnSpc>
                <a:spcPct val="118000"/>
              </a:lnSpc>
              <a:buNone/>
              <a:defRPr sz="1875" b="0">
                <a:solidFill>
                  <a:srgbClr val="F2F2F2"/>
                </a:solidFill>
                <a:latin typeface="Arial"/>
                <a:ea typeface="Arial"/>
                <a:cs typeface="Arial"/>
              </a:defRPr>
            </a:pPr>
            <a:r>
              <a:rPr sz="1875" b="0">
                <a:solidFill>
                  <a:srgbClr val="F2F2F2"/>
                </a:solidFill>
                <a:latin typeface="Arial"/>
                <a:ea typeface="Arial"/>
                <a:cs typeface="Arial"/>
              </a:rPr>
              <a:t>Check the result</a:t>
            </a:r>
          </a:p>
        </p:txBody>
      </p:sp>
      <p:sp>
        <p:nvSpPr>
          <p:cNvPr id="13" name="step-description-3">
            <a:extLst xmlns:a="http://schemas.openxmlformats.org/drawingml/2006/main">
              <a:ext uri="{FF2B5EF4-FFF2-40B4-BE49-F238E27FC236}">
                <a16:creationId xmlns:a16="http://schemas.microsoft.com/office/drawing/2014/main" id="{336AF7AF-FFD1-4C6C-9AB5-6A6D8ED45450}"/>
              </a:ext>
            </a:extLst>
          </p:cNvPr>
          <p:cNvSpPr>
            <a:spLocks xmlns:a="http://schemas.openxmlformats.org/drawingml/2006/main" noGrp="1"/>
          </p:cNvSpPr>
          <p:nvPr/>
        </p:nvSpPr>
        <p:spPr>
          <a:xfrm xmlns:a="http://schemas.openxmlformats.org/drawingml/2006/main">
            <a:off x="4552950" y="4943475"/>
            <a:ext cx="6838950" cy="942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Simulate recovery, compare measurements and review the incident and audit history.</a:t>
            </a:r>
          </a:p>
        </p:txBody>
      </p:sp>
      <p:sp>
        <p:nvSpPr>
          <p:cNvPr id="14" name="page-number">
            <a:extLst xmlns:a="http://schemas.openxmlformats.org/drawingml/2006/main">
              <a:ext uri="{FF2B5EF4-FFF2-40B4-BE49-F238E27FC236}">
                <a16:creationId xmlns:a16="http://schemas.microsoft.com/office/drawing/2014/main" id="{64ADA307-C799-4D96-AE0F-771DA2852CFE}"/>
              </a:ext>
            </a:extLst>
          </p:cNvPr>
          <p:cNvSpPr>
            <a:spLocks xmlns:a="http://schemas.openxmlformats.org/drawingml/2006/main" noGrp="1"/>
          </p:cNvSpPr>
          <p:nvPr/>
        </p:nvSpPr>
        <p:spPr>
          <a:xfrm xmlns:a="http://schemas.openxmlformats.org/drawingml/2006/main">
            <a:off x="10763250" y="6457950"/>
            <a:ext cx="857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0">
                <a:solidFill>
                  <a:srgbClr val="9C9FA4"/>
                </a:solidFill>
                <a:latin typeface="Arial"/>
                <a:ea typeface="Arial"/>
                <a:cs typeface="Arial"/>
              </a:defRPr>
            </a:defPPr>
            <a:lvl1pPr algn="l">
              <a:defRPr sz="1050" b="0">
                <a:solidFill>
                  <a:srgbClr val="9C9FA4"/>
                </a:solidFill>
                <a:latin typeface="Arial"/>
                <a:ea typeface="Arial"/>
                <a:cs typeface="Arial"/>
              </a:defRPr>
            </a:lvl1pPr>
            <a:lvl2pPr algn="l">
              <a:defRPr sz="1050" b="0">
                <a:solidFill>
                  <a:srgbClr val="9C9FA4"/>
                </a:solidFill>
                <a:latin typeface="Arial"/>
                <a:ea typeface="Arial"/>
                <a:cs typeface="Arial"/>
              </a:defRPr>
            </a:lvl2pPr>
            <a:lvl3pPr algn="l">
              <a:defRPr sz="1050" b="0">
                <a:solidFill>
                  <a:srgbClr val="9C9FA4"/>
                </a:solidFill>
                <a:latin typeface="Arial"/>
                <a:ea typeface="Arial"/>
                <a:cs typeface="Arial"/>
              </a:defRPr>
            </a:lvl3pPr>
            <a:lvl4pPr algn="l">
              <a:defRPr sz="1050" b="0">
                <a:solidFill>
                  <a:srgbClr val="9C9FA4"/>
                </a:solidFill>
                <a:latin typeface="Arial"/>
                <a:ea typeface="Arial"/>
                <a:cs typeface="Arial"/>
              </a:defRPr>
            </a:lvl4pPr>
            <a:lvl5pPr algn="l">
              <a:defRPr sz="1050" b="0">
                <a:solidFill>
                  <a:srgbClr val="9C9FA4"/>
                </a:solidFill>
                <a:latin typeface="Arial"/>
                <a:ea typeface="Arial"/>
                <a:cs typeface="Arial"/>
              </a:defRPr>
            </a:lvl5pPr>
            <a:lvl6pPr algn="l">
              <a:defRPr sz="1050" b="0">
                <a:solidFill>
                  <a:srgbClr val="9C9FA4"/>
                </a:solidFill>
                <a:latin typeface="Arial"/>
                <a:ea typeface="Arial"/>
                <a:cs typeface="Arial"/>
              </a:defRPr>
            </a:lvl6pPr>
            <a:lvl7pPr algn="l">
              <a:defRPr sz="1050" b="0">
                <a:solidFill>
                  <a:srgbClr val="9C9FA4"/>
                </a:solidFill>
                <a:latin typeface="Arial"/>
                <a:ea typeface="Arial"/>
                <a:cs typeface="Arial"/>
              </a:defRPr>
            </a:lvl7pPr>
            <a:lvl8pPr algn="l">
              <a:defRPr sz="1050" b="0">
                <a:solidFill>
                  <a:srgbClr val="9C9FA4"/>
                </a:solidFill>
                <a:latin typeface="Arial"/>
                <a:ea typeface="Arial"/>
                <a:cs typeface="Arial"/>
              </a:defRPr>
            </a:lvl8pPr>
            <a:lvl9pPr algn="l">
              <a:defRPr sz="1050" b="0">
                <a:solidFill>
                  <a:srgbClr val="9C9FA4"/>
                </a:solidFill>
                <a:latin typeface="Arial"/>
                <a:ea typeface="Arial"/>
                <a:cs typeface="Arial"/>
              </a:defRPr>
            </a:lvl9pPr>
          </a:lstStyle>
          <a:p xmlns:a="http://schemas.openxmlformats.org/drawingml/2006/main">
            <a:pPr algn="l">
              <a:lnSpc>
                <a:spcPct val="118000"/>
              </a:lnSpc>
              <a:buNone/>
              <a:defRPr sz="1050" b="0">
                <a:solidFill>
                  <a:srgbClr val="9C9FA4"/>
                </a:solidFill>
                <a:latin typeface="Arial"/>
                <a:ea typeface="Arial"/>
                <a:cs typeface="Arial"/>
              </a:defRPr>
            </a:pPr>
            <a:r>
              <a:rPr sz="1050" b="0">
                <a:solidFill>
                  <a:srgbClr val="9C9FA4"/>
                </a:solidFill>
                <a:latin typeface="Arial"/>
                <a:ea typeface="Arial"/>
                <a:cs typeface="Arial"/>
              </a:rPr>
              <a:t>17 / 20</a:t>
            </a:r>
          </a:p>
        </p:txBody>
      </p:sp>
    </p:spTree>
    <p:extLst>
      <p:ext uri="{BB962C8B-B14F-4D97-AF65-F5344CB8AC3E}">
        <p14:creationId xmlns:p14="http://schemas.microsoft.com/office/powerpoint/2010/main" val="765408720"/>
      </p:ext>
    </p:extLst>
  </p:cSld>
</p:sld>
</file>

<file path=ppt/slides/slide18.xml><?xml version="1.0" encoding="utf-8"?>
<p:sld xmlns:p="http://schemas.openxmlformats.org/presentationml/2006/main">
  <p:cSld>
    <p:bg>
      <p:bgPr>
        <a:solidFill xmlns:a="http://schemas.openxmlformats.org/drawingml/2006/main">
          <a:srgbClr val="080808"/>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75DCE023-1848-48DC-8EBB-C6956E7116AA}"/>
              </a:ext>
            </a:extLst>
          </p:cNvPr>
          <p:cNvSpPr>
            <a:spLocks xmlns:a="http://schemas.openxmlformats.org/drawingml/2006/main" noGrp="1"/>
          </p:cNvSpPr>
          <p:nvPr/>
        </p:nvSpPr>
        <p:spPr>
          <a:xfrm xmlns:a="http://schemas.openxmlformats.org/drawingml/2006/main">
            <a:off x="609600" y="466725"/>
            <a:ext cx="10858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0">
                <a:solidFill>
                  <a:srgbClr val="F2F2F2"/>
                </a:solidFill>
                <a:latin typeface="Arial"/>
                <a:ea typeface="Arial"/>
                <a:cs typeface="Arial"/>
              </a:defRPr>
            </a:defPPr>
            <a:lvl1pPr algn="l">
              <a:defRPr sz="3300" b="0">
                <a:solidFill>
                  <a:srgbClr val="F2F2F2"/>
                </a:solidFill>
                <a:latin typeface="Arial"/>
                <a:ea typeface="Arial"/>
                <a:cs typeface="Arial"/>
              </a:defRPr>
            </a:lvl1pPr>
            <a:lvl2pPr algn="l">
              <a:defRPr sz="3300" b="0">
                <a:solidFill>
                  <a:srgbClr val="F2F2F2"/>
                </a:solidFill>
                <a:latin typeface="Arial"/>
                <a:ea typeface="Arial"/>
                <a:cs typeface="Arial"/>
              </a:defRPr>
            </a:lvl2pPr>
            <a:lvl3pPr algn="l">
              <a:defRPr sz="3300" b="0">
                <a:solidFill>
                  <a:srgbClr val="F2F2F2"/>
                </a:solidFill>
                <a:latin typeface="Arial"/>
                <a:ea typeface="Arial"/>
                <a:cs typeface="Arial"/>
              </a:defRPr>
            </a:lvl3pPr>
            <a:lvl4pPr algn="l">
              <a:defRPr sz="3300" b="0">
                <a:solidFill>
                  <a:srgbClr val="F2F2F2"/>
                </a:solidFill>
                <a:latin typeface="Arial"/>
                <a:ea typeface="Arial"/>
                <a:cs typeface="Arial"/>
              </a:defRPr>
            </a:lvl4pPr>
            <a:lvl5pPr algn="l">
              <a:defRPr sz="3300" b="0">
                <a:solidFill>
                  <a:srgbClr val="F2F2F2"/>
                </a:solidFill>
                <a:latin typeface="Arial"/>
                <a:ea typeface="Arial"/>
                <a:cs typeface="Arial"/>
              </a:defRPr>
            </a:lvl5pPr>
            <a:lvl6pPr algn="l">
              <a:defRPr sz="3300" b="0">
                <a:solidFill>
                  <a:srgbClr val="F2F2F2"/>
                </a:solidFill>
                <a:latin typeface="Arial"/>
                <a:ea typeface="Arial"/>
                <a:cs typeface="Arial"/>
              </a:defRPr>
            </a:lvl6pPr>
            <a:lvl7pPr algn="l">
              <a:defRPr sz="3300" b="0">
                <a:solidFill>
                  <a:srgbClr val="F2F2F2"/>
                </a:solidFill>
                <a:latin typeface="Arial"/>
                <a:ea typeface="Arial"/>
                <a:cs typeface="Arial"/>
              </a:defRPr>
            </a:lvl7pPr>
            <a:lvl8pPr algn="l">
              <a:defRPr sz="3300" b="0">
                <a:solidFill>
                  <a:srgbClr val="F2F2F2"/>
                </a:solidFill>
                <a:latin typeface="Arial"/>
                <a:ea typeface="Arial"/>
                <a:cs typeface="Arial"/>
              </a:defRPr>
            </a:lvl8pPr>
            <a:lvl9pPr algn="l">
              <a:defRPr sz="3300" b="0">
                <a:solidFill>
                  <a:srgbClr val="F2F2F2"/>
                </a:solidFill>
                <a:latin typeface="Arial"/>
                <a:ea typeface="Arial"/>
                <a:cs typeface="Arial"/>
              </a:defRPr>
            </a:lvl9pPr>
          </a:lstStyle>
          <a:p xmlns:a="http://schemas.openxmlformats.org/drawingml/2006/main">
            <a:pPr algn="l">
              <a:lnSpc>
                <a:spcPct val="118000"/>
              </a:lnSpc>
              <a:buNone/>
              <a:defRPr sz="3300" b="0">
                <a:solidFill>
                  <a:srgbClr val="F2F2F2"/>
                </a:solidFill>
                <a:latin typeface="Arial"/>
                <a:ea typeface="Arial"/>
                <a:cs typeface="Arial"/>
              </a:defRPr>
            </a:pPr>
            <a:r>
              <a:rPr sz="3300" b="0">
                <a:solidFill>
                  <a:srgbClr val="F2F2F2"/>
                </a:solidFill>
                <a:latin typeface="Arial"/>
                <a:ea typeface="Arial"/>
                <a:cs typeface="Arial"/>
              </a:rPr>
              <a:t>Requirements for a real cluster</a:t>
            </a:r>
          </a:p>
        </p:txBody>
      </p:sp>
      <p:sp>
        <p:nvSpPr>
          <p:cNvPr id="2" name="row-label-0">
            <a:extLst xmlns:a="http://schemas.openxmlformats.org/drawingml/2006/main">
              <a:ext uri="{FF2B5EF4-FFF2-40B4-BE49-F238E27FC236}">
                <a16:creationId xmlns:a16="http://schemas.microsoft.com/office/drawing/2014/main" id="{8D1946B7-5466-4F86-8161-31832AAF942E}"/>
              </a:ext>
            </a:extLst>
          </p:cNvPr>
          <p:cNvSpPr>
            <a:spLocks xmlns:a="http://schemas.openxmlformats.org/drawingml/2006/main" noGrp="1"/>
          </p:cNvSpPr>
          <p:nvPr/>
        </p:nvSpPr>
        <p:spPr>
          <a:xfrm xmlns:a="http://schemas.openxmlformats.org/drawingml/2006/main">
            <a:off x="628650" y="1743075"/>
            <a:ext cx="304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F2F2F2"/>
                </a:solidFill>
                <a:latin typeface="Arial"/>
                <a:ea typeface="Arial"/>
                <a:cs typeface="Arial"/>
              </a:defRPr>
            </a:defPPr>
            <a:lvl1pPr algn="l">
              <a:defRPr sz="1950" b="0">
                <a:solidFill>
                  <a:srgbClr val="F2F2F2"/>
                </a:solidFill>
                <a:latin typeface="Arial"/>
                <a:ea typeface="Arial"/>
                <a:cs typeface="Arial"/>
              </a:defRPr>
            </a:lvl1pPr>
            <a:lvl2pPr algn="l">
              <a:defRPr sz="1950" b="0">
                <a:solidFill>
                  <a:srgbClr val="F2F2F2"/>
                </a:solidFill>
                <a:latin typeface="Arial"/>
                <a:ea typeface="Arial"/>
                <a:cs typeface="Arial"/>
              </a:defRPr>
            </a:lvl2pPr>
            <a:lvl3pPr algn="l">
              <a:defRPr sz="1950" b="0">
                <a:solidFill>
                  <a:srgbClr val="F2F2F2"/>
                </a:solidFill>
                <a:latin typeface="Arial"/>
                <a:ea typeface="Arial"/>
                <a:cs typeface="Arial"/>
              </a:defRPr>
            </a:lvl3pPr>
            <a:lvl4pPr algn="l">
              <a:defRPr sz="1950" b="0">
                <a:solidFill>
                  <a:srgbClr val="F2F2F2"/>
                </a:solidFill>
                <a:latin typeface="Arial"/>
                <a:ea typeface="Arial"/>
                <a:cs typeface="Arial"/>
              </a:defRPr>
            </a:lvl4pPr>
            <a:lvl5pPr algn="l">
              <a:defRPr sz="1950" b="0">
                <a:solidFill>
                  <a:srgbClr val="F2F2F2"/>
                </a:solidFill>
                <a:latin typeface="Arial"/>
                <a:ea typeface="Arial"/>
                <a:cs typeface="Arial"/>
              </a:defRPr>
            </a:lvl5pPr>
            <a:lvl6pPr algn="l">
              <a:defRPr sz="1950" b="0">
                <a:solidFill>
                  <a:srgbClr val="F2F2F2"/>
                </a:solidFill>
                <a:latin typeface="Arial"/>
                <a:ea typeface="Arial"/>
                <a:cs typeface="Arial"/>
              </a:defRPr>
            </a:lvl6pPr>
            <a:lvl7pPr algn="l">
              <a:defRPr sz="1950" b="0">
                <a:solidFill>
                  <a:srgbClr val="F2F2F2"/>
                </a:solidFill>
                <a:latin typeface="Arial"/>
                <a:ea typeface="Arial"/>
                <a:cs typeface="Arial"/>
              </a:defRPr>
            </a:lvl7pPr>
            <a:lvl8pPr algn="l">
              <a:defRPr sz="1950" b="0">
                <a:solidFill>
                  <a:srgbClr val="F2F2F2"/>
                </a:solidFill>
                <a:latin typeface="Arial"/>
                <a:ea typeface="Arial"/>
                <a:cs typeface="Arial"/>
              </a:defRPr>
            </a:lvl8pPr>
            <a:lvl9pPr algn="l">
              <a:defRPr sz="1950" b="0">
                <a:solidFill>
                  <a:srgbClr val="F2F2F2"/>
                </a:solidFill>
                <a:latin typeface="Arial"/>
                <a:ea typeface="Arial"/>
                <a:cs typeface="Arial"/>
              </a:defRPr>
            </a:lvl9pPr>
          </a:lstStyle>
          <a:p xmlns:a="http://schemas.openxmlformats.org/drawingml/2006/main">
            <a:pPr algn="l">
              <a:lnSpc>
                <a:spcPct val="118000"/>
              </a:lnSpc>
              <a:buNone/>
              <a:defRPr sz="1950" b="0">
                <a:solidFill>
                  <a:srgbClr val="F2F2F2"/>
                </a:solidFill>
                <a:latin typeface="Arial"/>
                <a:ea typeface="Arial"/>
                <a:cs typeface="Arial"/>
              </a:defRPr>
            </a:pPr>
            <a:r>
              <a:rPr sz="1950" b="0">
                <a:solidFill>
                  <a:srgbClr val="F2F2F2"/>
                </a:solidFill>
                <a:latin typeface="Arial"/>
                <a:ea typeface="Arial"/>
                <a:cs typeface="Arial"/>
              </a:rPr>
              <a:t>A deliberate test environment</a:t>
            </a:r>
          </a:p>
        </p:txBody>
      </p:sp>
      <p:sp>
        <p:nvSpPr>
          <p:cNvPr id="3" name="row-description-0">
            <a:extLst xmlns:a="http://schemas.openxmlformats.org/drawingml/2006/main">
              <a:ext uri="{FF2B5EF4-FFF2-40B4-BE49-F238E27FC236}">
                <a16:creationId xmlns:a16="http://schemas.microsoft.com/office/drawing/2014/main" id="{F2F76414-B226-4683-AEBA-55FE70E68598}"/>
              </a:ext>
            </a:extLst>
          </p:cNvPr>
          <p:cNvSpPr>
            <a:spLocks xmlns:a="http://schemas.openxmlformats.org/drawingml/2006/main" noGrp="1"/>
          </p:cNvSpPr>
          <p:nvPr/>
        </p:nvSpPr>
        <p:spPr>
          <a:xfrm xmlns:a="http://schemas.openxmlformats.org/drawingml/2006/main">
            <a:off x="4095750" y="1743075"/>
            <a:ext cx="723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Use a selected namespace, a least-privilege service account and an opted-in Deployment.</a:t>
            </a:r>
          </a:p>
        </p:txBody>
      </p:sp>
      <p:sp>
        <p:nvSpPr>
          <p:cNvPr id="4" name="row-label-1">
            <a:extLst xmlns:a="http://schemas.openxmlformats.org/drawingml/2006/main">
              <a:ext uri="{FF2B5EF4-FFF2-40B4-BE49-F238E27FC236}">
                <a16:creationId xmlns:a16="http://schemas.microsoft.com/office/drawing/2014/main" id="{60C6C7C9-7CCE-492B-A3CC-EB7292BB5346}"/>
              </a:ext>
            </a:extLst>
          </p:cNvPr>
          <p:cNvSpPr>
            <a:spLocks xmlns:a="http://schemas.openxmlformats.org/drawingml/2006/main" noGrp="1"/>
          </p:cNvSpPr>
          <p:nvPr/>
        </p:nvSpPr>
        <p:spPr>
          <a:xfrm xmlns:a="http://schemas.openxmlformats.org/drawingml/2006/main">
            <a:off x="628650" y="2809875"/>
            <a:ext cx="304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F2F2F2"/>
                </a:solidFill>
                <a:latin typeface="Arial"/>
                <a:ea typeface="Arial"/>
                <a:cs typeface="Arial"/>
              </a:defRPr>
            </a:defPPr>
            <a:lvl1pPr algn="l">
              <a:defRPr sz="1950" b="0">
                <a:solidFill>
                  <a:srgbClr val="F2F2F2"/>
                </a:solidFill>
                <a:latin typeface="Arial"/>
                <a:ea typeface="Arial"/>
                <a:cs typeface="Arial"/>
              </a:defRPr>
            </a:lvl1pPr>
            <a:lvl2pPr algn="l">
              <a:defRPr sz="1950" b="0">
                <a:solidFill>
                  <a:srgbClr val="F2F2F2"/>
                </a:solidFill>
                <a:latin typeface="Arial"/>
                <a:ea typeface="Arial"/>
                <a:cs typeface="Arial"/>
              </a:defRPr>
            </a:lvl2pPr>
            <a:lvl3pPr algn="l">
              <a:defRPr sz="1950" b="0">
                <a:solidFill>
                  <a:srgbClr val="F2F2F2"/>
                </a:solidFill>
                <a:latin typeface="Arial"/>
                <a:ea typeface="Arial"/>
                <a:cs typeface="Arial"/>
              </a:defRPr>
            </a:lvl3pPr>
            <a:lvl4pPr algn="l">
              <a:defRPr sz="1950" b="0">
                <a:solidFill>
                  <a:srgbClr val="F2F2F2"/>
                </a:solidFill>
                <a:latin typeface="Arial"/>
                <a:ea typeface="Arial"/>
                <a:cs typeface="Arial"/>
              </a:defRPr>
            </a:lvl4pPr>
            <a:lvl5pPr algn="l">
              <a:defRPr sz="1950" b="0">
                <a:solidFill>
                  <a:srgbClr val="F2F2F2"/>
                </a:solidFill>
                <a:latin typeface="Arial"/>
                <a:ea typeface="Arial"/>
                <a:cs typeface="Arial"/>
              </a:defRPr>
            </a:lvl5pPr>
            <a:lvl6pPr algn="l">
              <a:defRPr sz="1950" b="0">
                <a:solidFill>
                  <a:srgbClr val="F2F2F2"/>
                </a:solidFill>
                <a:latin typeface="Arial"/>
                <a:ea typeface="Arial"/>
                <a:cs typeface="Arial"/>
              </a:defRPr>
            </a:lvl6pPr>
            <a:lvl7pPr algn="l">
              <a:defRPr sz="1950" b="0">
                <a:solidFill>
                  <a:srgbClr val="F2F2F2"/>
                </a:solidFill>
                <a:latin typeface="Arial"/>
                <a:ea typeface="Arial"/>
                <a:cs typeface="Arial"/>
              </a:defRPr>
            </a:lvl7pPr>
            <a:lvl8pPr algn="l">
              <a:defRPr sz="1950" b="0">
                <a:solidFill>
                  <a:srgbClr val="F2F2F2"/>
                </a:solidFill>
                <a:latin typeface="Arial"/>
                <a:ea typeface="Arial"/>
                <a:cs typeface="Arial"/>
              </a:defRPr>
            </a:lvl8pPr>
            <a:lvl9pPr algn="l">
              <a:defRPr sz="1950" b="0">
                <a:solidFill>
                  <a:srgbClr val="F2F2F2"/>
                </a:solidFill>
                <a:latin typeface="Arial"/>
                <a:ea typeface="Arial"/>
                <a:cs typeface="Arial"/>
              </a:defRPr>
            </a:lvl9pPr>
          </a:lstStyle>
          <a:p xmlns:a="http://schemas.openxmlformats.org/drawingml/2006/main">
            <a:pPr algn="l">
              <a:lnSpc>
                <a:spcPct val="118000"/>
              </a:lnSpc>
              <a:buNone/>
              <a:defRPr sz="1950" b="0">
                <a:solidFill>
                  <a:srgbClr val="F2F2F2"/>
                </a:solidFill>
                <a:latin typeface="Arial"/>
                <a:ea typeface="Arial"/>
                <a:cs typeface="Arial"/>
              </a:defRPr>
            </a:pPr>
            <a:r>
              <a:rPr sz="1950" b="0">
                <a:solidFill>
                  <a:srgbClr val="F2F2F2"/>
                </a:solidFill>
                <a:latin typeface="Arial"/>
                <a:ea typeface="Arial"/>
                <a:cs typeface="Arial"/>
              </a:rPr>
              <a:t>Actual services and telemetry</a:t>
            </a:r>
          </a:p>
        </p:txBody>
      </p:sp>
      <p:sp>
        <p:nvSpPr>
          <p:cNvPr id="5" name="row-description-1">
            <a:extLst xmlns:a="http://schemas.openxmlformats.org/drawingml/2006/main">
              <a:ext uri="{FF2B5EF4-FFF2-40B4-BE49-F238E27FC236}">
                <a16:creationId xmlns:a16="http://schemas.microsoft.com/office/drawing/2014/main" id="{8A5F49F8-E53C-4D6E-82EF-D78DCDE0934F}"/>
              </a:ext>
            </a:extLst>
          </p:cNvPr>
          <p:cNvSpPr>
            <a:spLocks xmlns:a="http://schemas.openxmlformats.org/drawingml/2006/main" noGrp="1"/>
          </p:cNvSpPr>
          <p:nvPr/>
        </p:nvSpPr>
        <p:spPr>
          <a:xfrm xmlns:a="http://schemas.openxmlformats.org/drawingml/2006/main">
            <a:off x="4095750" y="2809875"/>
            <a:ext cx="723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Supply MongoDB, Prometheus, exporters and workload measurements. Missing data stays unavailable.</a:t>
            </a:r>
          </a:p>
        </p:txBody>
      </p:sp>
      <p:sp>
        <p:nvSpPr>
          <p:cNvPr id="6" name="row-label-2">
            <a:extLst xmlns:a="http://schemas.openxmlformats.org/drawingml/2006/main">
              <a:ext uri="{FF2B5EF4-FFF2-40B4-BE49-F238E27FC236}">
                <a16:creationId xmlns:a16="http://schemas.microsoft.com/office/drawing/2014/main" id="{D9C0709B-3D28-40FB-A2E0-7A16D4BF5ECB}"/>
              </a:ext>
            </a:extLst>
          </p:cNvPr>
          <p:cNvSpPr>
            <a:spLocks xmlns:a="http://schemas.openxmlformats.org/drawingml/2006/main" noGrp="1"/>
          </p:cNvSpPr>
          <p:nvPr/>
        </p:nvSpPr>
        <p:spPr>
          <a:xfrm xmlns:a="http://schemas.openxmlformats.org/drawingml/2006/main">
            <a:off x="628650" y="3876675"/>
            <a:ext cx="304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F2F2F2"/>
                </a:solidFill>
                <a:latin typeface="Arial"/>
                <a:ea typeface="Arial"/>
                <a:cs typeface="Arial"/>
              </a:defRPr>
            </a:defPPr>
            <a:lvl1pPr algn="l">
              <a:defRPr sz="1950" b="0">
                <a:solidFill>
                  <a:srgbClr val="F2F2F2"/>
                </a:solidFill>
                <a:latin typeface="Arial"/>
                <a:ea typeface="Arial"/>
                <a:cs typeface="Arial"/>
              </a:defRPr>
            </a:lvl1pPr>
            <a:lvl2pPr algn="l">
              <a:defRPr sz="1950" b="0">
                <a:solidFill>
                  <a:srgbClr val="F2F2F2"/>
                </a:solidFill>
                <a:latin typeface="Arial"/>
                <a:ea typeface="Arial"/>
                <a:cs typeface="Arial"/>
              </a:defRPr>
            </a:lvl2pPr>
            <a:lvl3pPr algn="l">
              <a:defRPr sz="1950" b="0">
                <a:solidFill>
                  <a:srgbClr val="F2F2F2"/>
                </a:solidFill>
                <a:latin typeface="Arial"/>
                <a:ea typeface="Arial"/>
                <a:cs typeface="Arial"/>
              </a:defRPr>
            </a:lvl3pPr>
            <a:lvl4pPr algn="l">
              <a:defRPr sz="1950" b="0">
                <a:solidFill>
                  <a:srgbClr val="F2F2F2"/>
                </a:solidFill>
                <a:latin typeface="Arial"/>
                <a:ea typeface="Arial"/>
                <a:cs typeface="Arial"/>
              </a:defRPr>
            </a:lvl4pPr>
            <a:lvl5pPr algn="l">
              <a:defRPr sz="1950" b="0">
                <a:solidFill>
                  <a:srgbClr val="F2F2F2"/>
                </a:solidFill>
                <a:latin typeface="Arial"/>
                <a:ea typeface="Arial"/>
                <a:cs typeface="Arial"/>
              </a:defRPr>
            </a:lvl5pPr>
            <a:lvl6pPr algn="l">
              <a:defRPr sz="1950" b="0">
                <a:solidFill>
                  <a:srgbClr val="F2F2F2"/>
                </a:solidFill>
                <a:latin typeface="Arial"/>
                <a:ea typeface="Arial"/>
                <a:cs typeface="Arial"/>
              </a:defRPr>
            </a:lvl6pPr>
            <a:lvl7pPr algn="l">
              <a:defRPr sz="1950" b="0">
                <a:solidFill>
                  <a:srgbClr val="F2F2F2"/>
                </a:solidFill>
                <a:latin typeface="Arial"/>
                <a:ea typeface="Arial"/>
                <a:cs typeface="Arial"/>
              </a:defRPr>
            </a:lvl7pPr>
            <a:lvl8pPr algn="l">
              <a:defRPr sz="1950" b="0">
                <a:solidFill>
                  <a:srgbClr val="F2F2F2"/>
                </a:solidFill>
                <a:latin typeface="Arial"/>
                <a:ea typeface="Arial"/>
                <a:cs typeface="Arial"/>
              </a:defRPr>
            </a:lvl8pPr>
            <a:lvl9pPr algn="l">
              <a:defRPr sz="1950" b="0">
                <a:solidFill>
                  <a:srgbClr val="F2F2F2"/>
                </a:solidFill>
                <a:latin typeface="Arial"/>
                <a:ea typeface="Arial"/>
                <a:cs typeface="Arial"/>
              </a:defRPr>
            </a:lvl9pPr>
          </a:lstStyle>
          <a:p xmlns:a="http://schemas.openxmlformats.org/drawingml/2006/main">
            <a:pPr algn="l">
              <a:lnSpc>
                <a:spcPct val="118000"/>
              </a:lnSpc>
              <a:buNone/>
              <a:defRPr sz="1950" b="0">
                <a:solidFill>
                  <a:srgbClr val="F2F2F2"/>
                </a:solidFill>
                <a:latin typeface="Arial"/>
                <a:ea typeface="Arial"/>
                <a:cs typeface="Arial"/>
              </a:defRPr>
            </a:pPr>
            <a:r>
              <a:rPr sz="1950" b="0">
                <a:solidFill>
                  <a:srgbClr val="F2F2F2"/>
                </a:solidFill>
                <a:latin typeface="Arial"/>
                <a:ea typeface="Arial"/>
                <a:cs typeface="Arial"/>
              </a:rPr>
              <a:t>Secure operation</a:t>
            </a:r>
          </a:p>
        </p:txBody>
      </p:sp>
      <p:sp>
        <p:nvSpPr>
          <p:cNvPr id="7" name="row-description-2">
            <a:extLst xmlns:a="http://schemas.openxmlformats.org/drawingml/2006/main">
              <a:ext uri="{FF2B5EF4-FFF2-40B4-BE49-F238E27FC236}">
                <a16:creationId xmlns:a16="http://schemas.microsoft.com/office/drawing/2014/main" id="{BF41FD8C-5910-4DED-ADFE-7DB5C2813135}"/>
              </a:ext>
            </a:extLst>
          </p:cNvPr>
          <p:cNvSpPr>
            <a:spLocks xmlns:a="http://schemas.openxmlformats.org/drawingml/2006/main" noGrp="1"/>
          </p:cNvSpPr>
          <p:nvPr/>
        </p:nvSpPr>
        <p:spPr>
          <a:xfrm xmlns:a="http://schemas.openxmlformats.org/drawingml/2006/main">
            <a:off x="4095750" y="3876675"/>
            <a:ext cx="723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Use strong credentials, private networking, appropriate TLS and reviewed recovery policy.</a:t>
            </a:r>
          </a:p>
        </p:txBody>
      </p:sp>
      <p:sp>
        <p:nvSpPr>
          <p:cNvPr id="8" name="row-label-3">
            <a:extLst xmlns:a="http://schemas.openxmlformats.org/drawingml/2006/main">
              <a:ext uri="{FF2B5EF4-FFF2-40B4-BE49-F238E27FC236}">
                <a16:creationId xmlns:a16="http://schemas.microsoft.com/office/drawing/2014/main" id="{B0F10B13-07DE-4D6D-9DA7-07D7287710E2}"/>
              </a:ext>
            </a:extLst>
          </p:cNvPr>
          <p:cNvSpPr>
            <a:spLocks xmlns:a="http://schemas.openxmlformats.org/drawingml/2006/main" noGrp="1"/>
          </p:cNvSpPr>
          <p:nvPr/>
        </p:nvSpPr>
        <p:spPr>
          <a:xfrm xmlns:a="http://schemas.openxmlformats.org/drawingml/2006/main">
            <a:off x="628650" y="4943475"/>
            <a:ext cx="304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F2F2F2"/>
                </a:solidFill>
                <a:latin typeface="Arial"/>
                <a:ea typeface="Arial"/>
                <a:cs typeface="Arial"/>
              </a:defRPr>
            </a:defPPr>
            <a:lvl1pPr algn="l">
              <a:defRPr sz="1950" b="0">
                <a:solidFill>
                  <a:srgbClr val="F2F2F2"/>
                </a:solidFill>
                <a:latin typeface="Arial"/>
                <a:ea typeface="Arial"/>
                <a:cs typeface="Arial"/>
              </a:defRPr>
            </a:lvl1pPr>
            <a:lvl2pPr algn="l">
              <a:defRPr sz="1950" b="0">
                <a:solidFill>
                  <a:srgbClr val="F2F2F2"/>
                </a:solidFill>
                <a:latin typeface="Arial"/>
                <a:ea typeface="Arial"/>
                <a:cs typeface="Arial"/>
              </a:defRPr>
            </a:lvl2pPr>
            <a:lvl3pPr algn="l">
              <a:defRPr sz="1950" b="0">
                <a:solidFill>
                  <a:srgbClr val="F2F2F2"/>
                </a:solidFill>
                <a:latin typeface="Arial"/>
                <a:ea typeface="Arial"/>
                <a:cs typeface="Arial"/>
              </a:defRPr>
            </a:lvl3pPr>
            <a:lvl4pPr algn="l">
              <a:defRPr sz="1950" b="0">
                <a:solidFill>
                  <a:srgbClr val="F2F2F2"/>
                </a:solidFill>
                <a:latin typeface="Arial"/>
                <a:ea typeface="Arial"/>
                <a:cs typeface="Arial"/>
              </a:defRPr>
            </a:lvl4pPr>
            <a:lvl5pPr algn="l">
              <a:defRPr sz="1950" b="0">
                <a:solidFill>
                  <a:srgbClr val="F2F2F2"/>
                </a:solidFill>
                <a:latin typeface="Arial"/>
                <a:ea typeface="Arial"/>
                <a:cs typeface="Arial"/>
              </a:defRPr>
            </a:lvl5pPr>
            <a:lvl6pPr algn="l">
              <a:defRPr sz="1950" b="0">
                <a:solidFill>
                  <a:srgbClr val="F2F2F2"/>
                </a:solidFill>
                <a:latin typeface="Arial"/>
                <a:ea typeface="Arial"/>
                <a:cs typeface="Arial"/>
              </a:defRPr>
            </a:lvl6pPr>
            <a:lvl7pPr algn="l">
              <a:defRPr sz="1950" b="0">
                <a:solidFill>
                  <a:srgbClr val="F2F2F2"/>
                </a:solidFill>
                <a:latin typeface="Arial"/>
                <a:ea typeface="Arial"/>
                <a:cs typeface="Arial"/>
              </a:defRPr>
            </a:lvl7pPr>
            <a:lvl8pPr algn="l">
              <a:defRPr sz="1950" b="0">
                <a:solidFill>
                  <a:srgbClr val="F2F2F2"/>
                </a:solidFill>
                <a:latin typeface="Arial"/>
                <a:ea typeface="Arial"/>
                <a:cs typeface="Arial"/>
              </a:defRPr>
            </a:lvl8pPr>
            <a:lvl9pPr algn="l">
              <a:defRPr sz="1950" b="0">
                <a:solidFill>
                  <a:srgbClr val="F2F2F2"/>
                </a:solidFill>
                <a:latin typeface="Arial"/>
                <a:ea typeface="Arial"/>
                <a:cs typeface="Arial"/>
              </a:defRPr>
            </a:lvl9pPr>
          </a:lstStyle>
          <a:p xmlns:a="http://schemas.openxmlformats.org/drawingml/2006/main">
            <a:pPr algn="l">
              <a:lnSpc>
                <a:spcPct val="118000"/>
              </a:lnSpc>
              <a:buNone/>
              <a:defRPr sz="1950" b="0">
                <a:solidFill>
                  <a:srgbClr val="F2F2F2"/>
                </a:solidFill>
                <a:latin typeface="Arial"/>
                <a:ea typeface="Arial"/>
                <a:cs typeface="Arial"/>
              </a:defRPr>
            </a:pPr>
            <a:r>
              <a:rPr sz="1950" b="0">
                <a:solidFill>
                  <a:srgbClr val="F2F2F2"/>
                </a:solidFill>
                <a:latin typeface="Arial"/>
                <a:ea typeface="Arial"/>
                <a:cs typeface="Arial"/>
              </a:rPr>
              <a:t>A verification plan</a:t>
            </a:r>
          </a:p>
        </p:txBody>
      </p:sp>
      <p:sp>
        <p:nvSpPr>
          <p:cNvPr id="9" name="row-description-3">
            <a:extLst xmlns:a="http://schemas.openxmlformats.org/drawingml/2006/main">
              <a:ext uri="{FF2B5EF4-FFF2-40B4-BE49-F238E27FC236}">
                <a16:creationId xmlns:a16="http://schemas.microsoft.com/office/drawing/2014/main" id="{A9DB57BF-CD56-47D4-9DEA-5D53CDBC58EF}"/>
              </a:ext>
            </a:extLst>
          </p:cNvPr>
          <p:cNvSpPr>
            <a:spLocks xmlns:a="http://schemas.openxmlformats.org/drawingml/2006/main" noGrp="1"/>
          </p:cNvSpPr>
          <p:nvPr/>
        </p:nvSpPr>
        <p:spPr>
          <a:xfrm xmlns:a="http://schemas.openxmlformats.org/drawingml/2006/main">
            <a:off x="4095750" y="4943475"/>
            <a:ext cx="723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B9BDC2"/>
                </a:solidFill>
                <a:latin typeface="Arial"/>
                <a:ea typeface="Arial"/>
                <a:cs typeface="Arial"/>
              </a:defRPr>
            </a:defPPr>
            <a:lvl1pPr algn="l">
              <a:defRPr sz="1875" b="0">
                <a:solidFill>
                  <a:srgbClr val="B9BDC2"/>
                </a:solidFill>
                <a:latin typeface="Arial"/>
                <a:ea typeface="Arial"/>
                <a:cs typeface="Arial"/>
              </a:defRPr>
            </a:lvl1pPr>
            <a:lvl2pPr algn="l">
              <a:defRPr sz="1875" b="0">
                <a:solidFill>
                  <a:srgbClr val="B9BDC2"/>
                </a:solidFill>
                <a:latin typeface="Arial"/>
                <a:ea typeface="Arial"/>
                <a:cs typeface="Arial"/>
              </a:defRPr>
            </a:lvl2pPr>
            <a:lvl3pPr algn="l">
              <a:defRPr sz="1875" b="0">
                <a:solidFill>
                  <a:srgbClr val="B9BDC2"/>
                </a:solidFill>
                <a:latin typeface="Arial"/>
                <a:ea typeface="Arial"/>
                <a:cs typeface="Arial"/>
              </a:defRPr>
            </a:lvl3pPr>
            <a:lvl4pPr algn="l">
              <a:defRPr sz="1875" b="0">
                <a:solidFill>
                  <a:srgbClr val="B9BDC2"/>
                </a:solidFill>
                <a:latin typeface="Arial"/>
                <a:ea typeface="Arial"/>
                <a:cs typeface="Arial"/>
              </a:defRPr>
            </a:lvl4pPr>
            <a:lvl5pPr algn="l">
              <a:defRPr sz="1875" b="0">
                <a:solidFill>
                  <a:srgbClr val="B9BDC2"/>
                </a:solidFill>
                <a:latin typeface="Arial"/>
                <a:ea typeface="Arial"/>
                <a:cs typeface="Arial"/>
              </a:defRPr>
            </a:lvl5pPr>
            <a:lvl6pPr algn="l">
              <a:defRPr sz="1875" b="0">
                <a:solidFill>
                  <a:srgbClr val="B9BDC2"/>
                </a:solidFill>
                <a:latin typeface="Arial"/>
                <a:ea typeface="Arial"/>
                <a:cs typeface="Arial"/>
              </a:defRPr>
            </a:lvl6pPr>
            <a:lvl7pPr algn="l">
              <a:defRPr sz="1875" b="0">
                <a:solidFill>
                  <a:srgbClr val="B9BDC2"/>
                </a:solidFill>
                <a:latin typeface="Arial"/>
                <a:ea typeface="Arial"/>
                <a:cs typeface="Arial"/>
              </a:defRPr>
            </a:lvl7pPr>
            <a:lvl8pPr algn="l">
              <a:defRPr sz="1875" b="0">
                <a:solidFill>
                  <a:srgbClr val="B9BDC2"/>
                </a:solidFill>
                <a:latin typeface="Arial"/>
                <a:ea typeface="Arial"/>
                <a:cs typeface="Arial"/>
              </a:defRPr>
            </a:lvl8pPr>
            <a:lvl9pPr algn="l">
              <a:defRPr sz="1875" b="0">
                <a:solidFill>
                  <a:srgbClr val="B9BDC2"/>
                </a:solidFill>
                <a:latin typeface="Arial"/>
                <a:ea typeface="Arial"/>
                <a:cs typeface="Arial"/>
              </a:defRPr>
            </a:lvl9pPr>
          </a:lstStyle>
          <a:p xmlns:a="http://schemas.openxmlformats.org/drawingml/2006/main">
            <a:pPr algn="l">
              <a:lnSpc>
                <a:spcPct val="118000"/>
              </a:lnSpc>
              <a:buNone/>
              <a:defRPr sz="1875" b="0">
                <a:solidFill>
                  <a:srgbClr val="B9BDC2"/>
                </a:solidFill>
                <a:latin typeface="Arial"/>
                <a:ea typeface="Arial"/>
                <a:cs typeface="Arial"/>
              </a:defRPr>
            </a:pPr>
            <a:r>
              <a:rPr sz="1875" b="0">
                <a:solidFill>
                  <a:srgbClr val="B9BDC2"/>
                </a:solidFill>
                <a:latin typeface="Arial"/>
                <a:ea typeface="Arial"/>
                <a:cs typeface="Arial"/>
              </a:rPr>
              <a:t>Test failure paths and backup procedures. Keep the backend at one worker and one replica.</a:t>
            </a:r>
          </a:p>
        </p:txBody>
      </p:sp>
      <p:sp>
        <p:nvSpPr>
          <p:cNvPr id="10" name="page-number">
            <a:extLst xmlns:a="http://schemas.openxmlformats.org/drawingml/2006/main">
              <a:ext uri="{FF2B5EF4-FFF2-40B4-BE49-F238E27FC236}">
                <a16:creationId xmlns:a16="http://schemas.microsoft.com/office/drawing/2014/main" id="{9E994C64-2059-48FD-A7EF-718E464526D4}"/>
              </a:ext>
            </a:extLst>
          </p:cNvPr>
          <p:cNvSpPr>
            <a:spLocks xmlns:a="http://schemas.openxmlformats.org/drawingml/2006/main" noGrp="1"/>
          </p:cNvSpPr>
          <p:nvPr/>
        </p:nvSpPr>
        <p:spPr>
          <a:xfrm xmlns:a="http://schemas.openxmlformats.org/drawingml/2006/main">
            <a:off x="10763250" y="6457950"/>
            <a:ext cx="857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0">
                <a:solidFill>
                  <a:srgbClr val="9C9FA4"/>
                </a:solidFill>
                <a:latin typeface="Arial"/>
                <a:ea typeface="Arial"/>
                <a:cs typeface="Arial"/>
              </a:defRPr>
            </a:defPPr>
            <a:lvl1pPr algn="l">
              <a:defRPr sz="1050" b="0">
                <a:solidFill>
                  <a:srgbClr val="9C9FA4"/>
                </a:solidFill>
                <a:latin typeface="Arial"/>
                <a:ea typeface="Arial"/>
                <a:cs typeface="Arial"/>
              </a:defRPr>
            </a:lvl1pPr>
            <a:lvl2pPr algn="l">
              <a:defRPr sz="1050" b="0">
                <a:solidFill>
                  <a:srgbClr val="9C9FA4"/>
                </a:solidFill>
                <a:latin typeface="Arial"/>
                <a:ea typeface="Arial"/>
                <a:cs typeface="Arial"/>
              </a:defRPr>
            </a:lvl2pPr>
            <a:lvl3pPr algn="l">
              <a:defRPr sz="1050" b="0">
                <a:solidFill>
                  <a:srgbClr val="9C9FA4"/>
                </a:solidFill>
                <a:latin typeface="Arial"/>
                <a:ea typeface="Arial"/>
                <a:cs typeface="Arial"/>
              </a:defRPr>
            </a:lvl3pPr>
            <a:lvl4pPr algn="l">
              <a:defRPr sz="1050" b="0">
                <a:solidFill>
                  <a:srgbClr val="9C9FA4"/>
                </a:solidFill>
                <a:latin typeface="Arial"/>
                <a:ea typeface="Arial"/>
                <a:cs typeface="Arial"/>
              </a:defRPr>
            </a:lvl4pPr>
            <a:lvl5pPr algn="l">
              <a:defRPr sz="1050" b="0">
                <a:solidFill>
                  <a:srgbClr val="9C9FA4"/>
                </a:solidFill>
                <a:latin typeface="Arial"/>
                <a:ea typeface="Arial"/>
                <a:cs typeface="Arial"/>
              </a:defRPr>
            </a:lvl5pPr>
            <a:lvl6pPr algn="l">
              <a:defRPr sz="1050" b="0">
                <a:solidFill>
                  <a:srgbClr val="9C9FA4"/>
                </a:solidFill>
                <a:latin typeface="Arial"/>
                <a:ea typeface="Arial"/>
                <a:cs typeface="Arial"/>
              </a:defRPr>
            </a:lvl6pPr>
            <a:lvl7pPr algn="l">
              <a:defRPr sz="1050" b="0">
                <a:solidFill>
                  <a:srgbClr val="9C9FA4"/>
                </a:solidFill>
                <a:latin typeface="Arial"/>
                <a:ea typeface="Arial"/>
                <a:cs typeface="Arial"/>
              </a:defRPr>
            </a:lvl7pPr>
            <a:lvl8pPr algn="l">
              <a:defRPr sz="1050" b="0">
                <a:solidFill>
                  <a:srgbClr val="9C9FA4"/>
                </a:solidFill>
                <a:latin typeface="Arial"/>
                <a:ea typeface="Arial"/>
                <a:cs typeface="Arial"/>
              </a:defRPr>
            </a:lvl8pPr>
            <a:lvl9pPr algn="l">
              <a:defRPr sz="1050" b="0">
                <a:solidFill>
                  <a:srgbClr val="9C9FA4"/>
                </a:solidFill>
                <a:latin typeface="Arial"/>
                <a:ea typeface="Arial"/>
                <a:cs typeface="Arial"/>
              </a:defRPr>
            </a:lvl9pPr>
          </a:lstStyle>
          <a:p xmlns:a="http://schemas.openxmlformats.org/drawingml/2006/main">
            <a:pPr algn="l">
              <a:lnSpc>
                <a:spcPct val="118000"/>
              </a:lnSpc>
              <a:buNone/>
              <a:defRPr sz="1050" b="0">
                <a:solidFill>
                  <a:srgbClr val="9C9FA4"/>
                </a:solidFill>
                <a:latin typeface="Arial"/>
                <a:ea typeface="Arial"/>
                <a:cs typeface="Arial"/>
              </a:defRPr>
            </a:pPr>
            <a:r>
              <a:rPr sz="1050" b="0">
                <a:solidFill>
                  <a:srgbClr val="9C9FA4"/>
                </a:solidFill>
                <a:latin typeface="Arial"/>
                <a:ea typeface="Arial"/>
                <a:cs typeface="Arial"/>
              </a:rPr>
              <a:t>18 / 20</a:t>
            </a:r>
          </a:p>
        </p:txBody>
      </p:sp>
    </p:spTree>
    <p:extLst>
      <p:ext uri="{BB962C8B-B14F-4D97-AF65-F5344CB8AC3E}">
        <p14:creationId xmlns:p14="http://schemas.microsoft.com/office/powerpoint/2010/main" val="1576162152"/>
      </p:ext>
    </p:extLst>
  </p:cSld>
</p:sld>
</file>

<file path=ppt/slides/slide19.xml><?xml version="1.0" encoding="utf-8"?>
<p:sld xmlns:p="http://schemas.openxmlformats.org/presentationml/2006/main">
  <p:cSld>
    <p:bg>
      <p:bgPr>
        <a:solidFill xmlns:a="http://schemas.openxmlformats.org/drawingml/2006/main">
          <a:srgbClr val="080808"/>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94AE7299-7DB0-4F20-9E26-DE4E5C879E76}"/>
              </a:ext>
            </a:extLst>
          </p:cNvPr>
          <p:cNvSpPr>
            <a:spLocks xmlns:a="http://schemas.openxmlformats.org/drawingml/2006/main" noGrp="1"/>
          </p:cNvSpPr>
          <p:nvPr/>
        </p:nvSpPr>
        <p:spPr>
          <a:xfrm xmlns:a="http://schemas.openxmlformats.org/drawingml/2006/main">
            <a:off x="609600" y="466725"/>
            <a:ext cx="10858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0">
                <a:solidFill>
                  <a:srgbClr val="F2F2F2"/>
                </a:solidFill>
                <a:latin typeface="Arial"/>
                <a:ea typeface="Arial"/>
                <a:cs typeface="Arial"/>
              </a:defRPr>
            </a:defPPr>
            <a:lvl1pPr algn="l">
              <a:defRPr sz="3300" b="0">
                <a:solidFill>
                  <a:srgbClr val="F2F2F2"/>
                </a:solidFill>
                <a:latin typeface="Arial"/>
                <a:ea typeface="Arial"/>
                <a:cs typeface="Arial"/>
              </a:defRPr>
            </a:lvl1pPr>
            <a:lvl2pPr algn="l">
              <a:defRPr sz="3300" b="0">
                <a:solidFill>
                  <a:srgbClr val="F2F2F2"/>
                </a:solidFill>
                <a:latin typeface="Arial"/>
                <a:ea typeface="Arial"/>
                <a:cs typeface="Arial"/>
              </a:defRPr>
            </a:lvl2pPr>
            <a:lvl3pPr algn="l">
              <a:defRPr sz="3300" b="0">
                <a:solidFill>
                  <a:srgbClr val="F2F2F2"/>
                </a:solidFill>
                <a:latin typeface="Arial"/>
                <a:ea typeface="Arial"/>
                <a:cs typeface="Arial"/>
              </a:defRPr>
            </a:lvl3pPr>
            <a:lvl4pPr algn="l">
              <a:defRPr sz="3300" b="0">
                <a:solidFill>
                  <a:srgbClr val="F2F2F2"/>
                </a:solidFill>
                <a:latin typeface="Arial"/>
                <a:ea typeface="Arial"/>
                <a:cs typeface="Arial"/>
              </a:defRPr>
            </a:lvl4pPr>
            <a:lvl5pPr algn="l">
              <a:defRPr sz="3300" b="0">
                <a:solidFill>
                  <a:srgbClr val="F2F2F2"/>
                </a:solidFill>
                <a:latin typeface="Arial"/>
                <a:ea typeface="Arial"/>
                <a:cs typeface="Arial"/>
              </a:defRPr>
            </a:lvl5pPr>
            <a:lvl6pPr algn="l">
              <a:defRPr sz="3300" b="0">
                <a:solidFill>
                  <a:srgbClr val="F2F2F2"/>
                </a:solidFill>
                <a:latin typeface="Arial"/>
                <a:ea typeface="Arial"/>
                <a:cs typeface="Arial"/>
              </a:defRPr>
            </a:lvl6pPr>
            <a:lvl7pPr algn="l">
              <a:defRPr sz="3300" b="0">
                <a:solidFill>
                  <a:srgbClr val="F2F2F2"/>
                </a:solidFill>
                <a:latin typeface="Arial"/>
                <a:ea typeface="Arial"/>
                <a:cs typeface="Arial"/>
              </a:defRPr>
            </a:lvl7pPr>
            <a:lvl8pPr algn="l">
              <a:defRPr sz="3300" b="0">
                <a:solidFill>
                  <a:srgbClr val="F2F2F2"/>
                </a:solidFill>
                <a:latin typeface="Arial"/>
                <a:ea typeface="Arial"/>
                <a:cs typeface="Arial"/>
              </a:defRPr>
            </a:lvl8pPr>
            <a:lvl9pPr algn="l">
              <a:defRPr sz="3300" b="0">
                <a:solidFill>
                  <a:srgbClr val="F2F2F2"/>
                </a:solidFill>
                <a:latin typeface="Arial"/>
                <a:ea typeface="Arial"/>
                <a:cs typeface="Arial"/>
              </a:defRPr>
            </a:lvl9pPr>
          </a:lstStyle>
          <a:p xmlns:a="http://schemas.openxmlformats.org/drawingml/2006/main">
            <a:pPr algn="l">
              <a:lnSpc>
                <a:spcPct val="118000"/>
              </a:lnSpc>
              <a:buNone/>
              <a:defRPr sz="3300" b="0">
                <a:solidFill>
                  <a:srgbClr val="F2F2F2"/>
                </a:solidFill>
                <a:latin typeface="Arial"/>
                <a:ea typeface="Arial"/>
                <a:cs typeface="Arial"/>
              </a:defRPr>
            </a:pPr>
            <a:r>
              <a:rPr sz="3300" b="0">
                <a:solidFill>
                  <a:srgbClr val="F2F2F2"/>
                </a:solidFill>
                <a:latin typeface="Arial"/>
                <a:ea typeface="Arial"/>
                <a:cs typeface="Arial"/>
              </a:rPr>
              <a:t>Current limits and future work</a:t>
            </a:r>
          </a:p>
        </p:txBody>
      </p:sp>
      <p:sp>
        <p:nvSpPr>
          <p:cNvPr id="2" name="column-label-0">
            <a:extLst xmlns:a="http://schemas.openxmlformats.org/drawingml/2006/main">
              <a:ext uri="{FF2B5EF4-FFF2-40B4-BE49-F238E27FC236}">
                <a16:creationId xmlns:a16="http://schemas.microsoft.com/office/drawing/2014/main" id="{BB341FD8-E5E8-4875-A6CA-77C4AFD55064}"/>
              </a:ext>
            </a:extLst>
          </p:cNvPr>
          <p:cNvSpPr>
            <a:spLocks xmlns:a="http://schemas.openxmlformats.org/drawingml/2006/main" noGrp="1"/>
          </p:cNvSpPr>
          <p:nvPr/>
        </p:nvSpPr>
        <p:spPr>
          <a:xfrm xmlns:a="http://schemas.openxmlformats.org/drawingml/2006/main">
            <a:off x="628650" y="1781175"/>
            <a:ext cx="4953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0">
                <a:solidFill>
                  <a:srgbClr val="F2F2F2"/>
                </a:solidFill>
                <a:latin typeface="Arial"/>
                <a:ea typeface="Arial"/>
                <a:cs typeface="Arial"/>
              </a:defRPr>
            </a:defPPr>
            <a:lvl1pPr algn="l">
              <a:defRPr sz="2325" b="0">
                <a:solidFill>
                  <a:srgbClr val="F2F2F2"/>
                </a:solidFill>
                <a:latin typeface="Arial"/>
                <a:ea typeface="Arial"/>
                <a:cs typeface="Arial"/>
              </a:defRPr>
            </a:lvl1pPr>
            <a:lvl2pPr algn="l">
              <a:defRPr sz="2325" b="0">
                <a:solidFill>
                  <a:srgbClr val="F2F2F2"/>
                </a:solidFill>
                <a:latin typeface="Arial"/>
                <a:ea typeface="Arial"/>
                <a:cs typeface="Arial"/>
              </a:defRPr>
            </a:lvl2pPr>
            <a:lvl3pPr algn="l">
              <a:defRPr sz="2325" b="0">
                <a:solidFill>
                  <a:srgbClr val="F2F2F2"/>
                </a:solidFill>
                <a:latin typeface="Arial"/>
                <a:ea typeface="Arial"/>
                <a:cs typeface="Arial"/>
              </a:defRPr>
            </a:lvl3pPr>
            <a:lvl4pPr algn="l">
              <a:defRPr sz="2325" b="0">
                <a:solidFill>
                  <a:srgbClr val="F2F2F2"/>
                </a:solidFill>
                <a:latin typeface="Arial"/>
                <a:ea typeface="Arial"/>
                <a:cs typeface="Arial"/>
              </a:defRPr>
            </a:lvl4pPr>
            <a:lvl5pPr algn="l">
              <a:defRPr sz="2325" b="0">
                <a:solidFill>
                  <a:srgbClr val="F2F2F2"/>
                </a:solidFill>
                <a:latin typeface="Arial"/>
                <a:ea typeface="Arial"/>
                <a:cs typeface="Arial"/>
              </a:defRPr>
            </a:lvl5pPr>
            <a:lvl6pPr algn="l">
              <a:defRPr sz="2325" b="0">
                <a:solidFill>
                  <a:srgbClr val="F2F2F2"/>
                </a:solidFill>
                <a:latin typeface="Arial"/>
                <a:ea typeface="Arial"/>
                <a:cs typeface="Arial"/>
              </a:defRPr>
            </a:lvl6pPr>
            <a:lvl7pPr algn="l">
              <a:defRPr sz="2325" b="0">
                <a:solidFill>
                  <a:srgbClr val="F2F2F2"/>
                </a:solidFill>
                <a:latin typeface="Arial"/>
                <a:ea typeface="Arial"/>
                <a:cs typeface="Arial"/>
              </a:defRPr>
            </a:lvl7pPr>
            <a:lvl8pPr algn="l">
              <a:defRPr sz="2325" b="0">
                <a:solidFill>
                  <a:srgbClr val="F2F2F2"/>
                </a:solidFill>
                <a:latin typeface="Arial"/>
                <a:ea typeface="Arial"/>
                <a:cs typeface="Arial"/>
              </a:defRPr>
            </a:lvl8pPr>
            <a:lvl9pPr algn="l">
              <a:defRPr sz="2325" b="0">
                <a:solidFill>
                  <a:srgbClr val="F2F2F2"/>
                </a:solidFill>
                <a:latin typeface="Arial"/>
                <a:ea typeface="Arial"/>
                <a:cs typeface="Arial"/>
              </a:defRPr>
            </a:lvl9pPr>
          </a:lstStyle>
          <a:p xmlns:a="http://schemas.openxmlformats.org/drawingml/2006/main">
            <a:pPr algn="l">
              <a:lnSpc>
                <a:spcPct val="118000"/>
              </a:lnSpc>
              <a:buNone/>
              <a:defRPr sz="2325" b="0">
                <a:solidFill>
                  <a:srgbClr val="F2F2F2"/>
                </a:solidFill>
                <a:latin typeface="Arial"/>
                <a:ea typeface="Arial"/>
                <a:cs typeface="Arial"/>
              </a:defRPr>
            </a:pPr>
            <a:r>
              <a:rPr sz="2325" b="0">
                <a:solidFill>
                  <a:srgbClr val="F2F2F2"/>
                </a:solidFill>
                <a:latin typeface="Arial"/>
                <a:ea typeface="Arial"/>
                <a:cs typeface="Arial"/>
              </a:rPr>
              <a:t>Current boundaries</a:t>
            </a:r>
          </a:p>
        </p:txBody>
      </p:sp>
      <p:sp>
        <p:nvSpPr>
          <p:cNvPr id="3" name="column-body-0">
            <a:extLst xmlns:a="http://schemas.openxmlformats.org/drawingml/2006/main">
              <a:ext uri="{FF2B5EF4-FFF2-40B4-BE49-F238E27FC236}">
                <a16:creationId xmlns:a16="http://schemas.microsoft.com/office/drawing/2014/main" id="{09C32D02-2348-442F-A009-A32F51669D78}"/>
              </a:ext>
            </a:extLst>
          </p:cNvPr>
          <p:cNvSpPr>
            <a:spLocks xmlns:a="http://schemas.openxmlformats.org/drawingml/2006/main" noGrp="1"/>
          </p:cNvSpPr>
          <p:nvPr/>
        </p:nvSpPr>
        <p:spPr>
          <a:xfrm xmlns:a="http://schemas.openxmlformats.org/drawingml/2006/main">
            <a:off x="628650" y="2809875"/>
            <a:ext cx="4905375" cy="3095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B9BDC2"/>
                </a:solidFill>
                <a:latin typeface="Arial"/>
                <a:ea typeface="Arial"/>
                <a:cs typeface="Arial"/>
              </a:defRPr>
            </a:defPPr>
            <a:lvl1pPr algn="l">
              <a:defRPr sz="1950" b="0">
                <a:solidFill>
                  <a:srgbClr val="B9BDC2"/>
                </a:solidFill>
                <a:latin typeface="Arial"/>
                <a:ea typeface="Arial"/>
                <a:cs typeface="Arial"/>
              </a:defRPr>
            </a:lvl1pPr>
            <a:lvl2pPr algn="l">
              <a:defRPr sz="1950" b="0">
                <a:solidFill>
                  <a:srgbClr val="B9BDC2"/>
                </a:solidFill>
                <a:latin typeface="Arial"/>
                <a:ea typeface="Arial"/>
                <a:cs typeface="Arial"/>
              </a:defRPr>
            </a:lvl2pPr>
            <a:lvl3pPr algn="l">
              <a:defRPr sz="1950" b="0">
                <a:solidFill>
                  <a:srgbClr val="B9BDC2"/>
                </a:solidFill>
                <a:latin typeface="Arial"/>
                <a:ea typeface="Arial"/>
                <a:cs typeface="Arial"/>
              </a:defRPr>
            </a:lvl3pPr>
            <a:lvl4pPr algn="l">
              <a:defRPr sz="1950" b="0">
                <a:solidFill>
                  <a:srgbClr val="B9BDC2"/>
                </a:solidFill>
                <a:latin typeface="Arial"/>
                <a:ea typeface="Arial"/>
                <a:cs typeface="Arial"/>
              </a:defRPr>
            </a:lvl4pPr>
            <a:lvl5pPr algn="l">
              <a:defRPr sz="1950" b="0">
                <a:solidFill>
                  <a:srgbClr val="B9BDC2"/>
                </a:solidFill>
                <a:latin typeface="Arial"/>
                <a:ea typeface="Arial"/>
                <a:cs typeface="Arial"/>
              </a:defRPr>
            </a:lvl5pPr>
            <a:lvl6pPr algn="l">
              <a:defRPr sz="1950" b="0">
                <a:solidFill>
                  <a:srgbClr val="B9BDC2"/>
                </a:solidFill>
                <a:latin typeface="Arial"/>
                <a:ea typeface="Arial"/>
                <a:cs typeface="Arial"/>
              </a:defRPr>
            </a:lvl6pPr>
            <a:lvl7pPr algn="l">
              <a:defRPr sz="1950" b="0">
                <a:solidFill>
                  <a:srgbClr val="B9BDC2"/>
                </a:solidFill>
                <a:latin typeface="Arial"/>
                <a:ea typeface="Arial"/>
                <a:cs typeface="Arial"/>
              </a:defRPr>
            </a:lvl7pPr>
            <a:lvl8pPr algn="l">
              <a:defRPr sz="1950" b="0">
                <a:solidFill>
                  <a:srgbClr val="B9BDC2"/>
                </a:solidFill>
                <a:latin typeface="Arial"/>
                <a:ea typeface="Arial"/>
                <a:cs typeface="Arial"/>
              </a:defRPr>
            </a:lvl8pPr>
            <a:lvl9pPr algn="l">
              <a:defRPr sz="1950" b="0">
                <a:solidFill>
                  <a:srgbClr val="B9BDC2"/>
                </a:solidFill>
                <a:latin typeface="Arial"/>
                <a:ea typeface="Arial"/>
                <a:cs typeface="Arial"/>
              </a:defRPr>
            </a:lvl9pPr>
          </a:lstStyle>
          <a:p xmlns:a="http://schemas.openxmlformats.org/drawingml/2006/main">
            <a:pPr algn="l">
              <a:lnSpc>
                <a:spcPct val="118000"/>
              </a:lnSpc>
              <a:buNone/>
              <a:defRPr sz="1950" b="0">
                <a:solidFill>
                  <a:srgbClr val="B9BDC2"/>
                </a:solidFill>
                <a:latin typeface="Arial"/>
                <a:ea typeface="Arial"/>
                <a:cs typeface="Arial"/>
              </a:defRPr>
            </a:pPr>
            <a:r>
              <a:rPr sz="1950" b="0">
                <a:solidFill>
                  <a:srgbClr val="B9BDC2"/>
                </a:solidFill>
                <a:latin typeface="Arial"/>
                <a:ea typeface="Arial"/>
                <a:cs typeface="Arial"/>
              </a:rPr>
              <a:t>Synthetic model training and demonstration data.</a:t>
            </a:r>
          </a:p>
          <a:p xmlns:a="http://schemas.openxmlformats.org/drawingml/2006/main">
            <a:r>
              <a:t/>
            </a:r>
          </a:p>
          <a:p xmlns:a="http://schemas.openxmlformats.org/drawingml/2006/main">
            <a:pPr algn="l">
              <a:lnSpc>
                <a:spcPct val="118000"/>
              </a:lnSpc>
              <a:buNone/>
              <a:defRPr sz="1950" b="0">
                <a:solidFill>
                  <a:srgbClr val="B9BDC2"/>
                </a:solidFill>
                <a:latin typeface="Arial"/>
                <a:ea typeface="Arial"/>
                <a:cs typeface="Arial"/>
              </a:defRPr>
            </a:pPr>
            <a:r>
              <a:rPr sz="1950" b="0">
                <a:solidFill>
                  <a:srgbClr val="B9BDC2"/>
                </a:solidFill>
                <a:latin typeface="Arial"/>
                <a:ea typeface="Arial"/>
                <a:cs typeface="Arial"/>
              </a:rPr>
              <a:t>No calibrated failure probability or time-to-failure.</a:t>
            </a:r>
          </a:p>
          <a:p xmlns:a="http://schemas.openxmlformats.org/drawingml/2006/main">
            <a:r>
              <a:t/>
            </a:r>
          </a:p>
          <a:p xmlns:a="http://schemas.openxmlformats.org/drawingml/2006/main">
            <a:pPr algn="l">
              <a:lnSpc>
                <a:spcPct val="118000"/>
              </a:lnSpc>
              <a:buNone/>
              <a:defRPr sz="1950" b="0">
                <a:solidFill>
                  <a:srgbClr val="B9BDC2"/>
                </a:solidFill>
                <a:latin typeface="Arial"/>
                <a:ea typeface="Arial"/>
                <a:cs typeface="Arial"/>
              </a:defRPr>
            </a:pPr>
            <a:r>
              <a:rPr sz="1950" b="0">
                <a:solidFill>
                  <a:srgbClr val="B9BDC2"/>
                </a:solidFill>
                <a:latin typeface="Arial"/>
                <a:ea typeface="Arial"/>
                <a:cs typeface="Arial"/>
              </a:rPr>
              <a:t>Single-process backend and best-effort optional notifications.</a:t>
            </a:r>
          </a:p>
        </p:txBody>
      </p:sp>
      <p:sp>
        <p:nvSpPr>
          <p:cNvPr id="4" name="column-label-1">
            <a:extLst xmlns:a="http://schemas.openxmlformats.org/drawingml/2006/main">
              <a:ext uri="{FF2B5EF4-FFF2-40B4-BE49-F238E27FC236}">
                <a16:creationId xmlns:a16="http://schemas.microsoft.com/office/drawing/2014/main" id="{594A329A-EEEC-41CA-B730-CCDC34741148}"/>
              </a:ext>
            </a:extLst>
          </p:cNvPr>
          <p:cNvSpPr>
            <a:spLocks xmlns:a="http://schemas.openxmlformats.org/drawingml/2006/main" noGrp="1"/>
          </p:cNvSpPr>
          <p:nvPr/>
        </p:nvSpPr>
        <p:spPr>
          <a:xfrm xmlns:a="http://schemas.openxmlformats.org/drawingml/2006/main">
            <a:off x="6505575" y="1781175"/>
            <a:ext cx="4953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0">
                <a:solidFill>
                  <a:srgbClr val="F2F2F2"/>
                </a:solidFill>
                <a:latin typeface="Arial"/>
                <a:ea typeface="Arial"/>
                <a:cs typeface="Arial"/>
              </a:defRPr>
            </a:defPPr>
            <a:lvl1pPr algn="l">
              <a:defRPr sz="2325" b="0">
                <a:solidFill>
                  <a:srgbClr val="F2F2F2"/>
                </a:solidFill>
                <a:latin typeface="Arial"/>
                <a:ea typeface="Arial"/>
                <a:cs typeface="Arial"/>
              </a:defRPr>
            </a:lvl1pPr>
            <a:lvl2pPr algn="l">
              <a:defRPr sz="2325" b="0">
                <a:solidFill>
                  <a:srgbClr val="F2F2F2"/>
                </a:solidFill>
                <a:latin typeface="Arial"/>
                <a:ea typeface="Arial"/>
                <a:cs typeface="Arial"/>
              </a:defRPr>
            </a:lvl2pPr>
            <a:lvl3pPr algn="l">
              <a:defRPr sz="2325" b="0">
                <a:solidFill>
                  <a:srgbClr val="F2F2F2"/>
                </a:solidFill>
                <a:latin typeface="Arial"/>
                <a:ea typeface="Arial"/>
                <a:cs typeface="Arial"/>
              </a:defRPr>
            </a:lvl3pPr>
            <a:lvl4pPr algn="l">
              <a:defRPr sz="2325" b="0">
                <a:solidFill>
                  <a:srgbClr val="F2F2F2"/>
                </a:solidFill>
                <a:latin typeface="Arial"/>
                <a:ea typeface="Arial"/>
                <a:cs typeface="Arial"/>
              </a:defRPr>
            </a:lvl4pPr>
            <a:lvl5pPr algn="l">
              <a:defRPr sz="2325" b="0">
                <a:solidFill>
                  <a:srgbClr val="F2F2F2"/>
                </a:solidFill>
                <a:latin typeface="Arial"/>
                <a:ea typeface="Arial"/>
                <a:cs typeface="Arial"/>
              </a:defRPr>
            </a:lvl5pPr>
            <a:lvl6pPr algn="l">
              <a:defRPr sz="2325" b="0">
                <a:solidFill>
                  <a:srgbClr val="F2F2F2"/>
                </a:solidFill>
                <a:latin typeface="Arial"/>
                <a:ea typeface="Arial"/>
                <a:cs typeface="Arial"/>
              </a:defRPr>
            </a:lvl6pPr>
            <a:lvl7pPr algn="l">
              <a:defRPr sz="2325" b="0">
                <a:solidFill>
                  <a:srgbClr val="F2F2F2"/>
                </a:solidFill>
                <a:latin typeface="Arial"/>
                <a:ea typeface="Arial"/>
                <a:cs typeface="Arial"/>
              </a:defRPr>
            </a:lvl7pPr>
            <a:lvl8pPr algn="l">
              <a:defRPr sz="2325" b="0">
                <a:solidFill>
                  <a:srgbClr val="F2F2F2"/>
                </a:solidFill>
                <a:latin typeface="Arial"/>
                <a:ea typeface="Arial"/>
                <a:cs typeface="Arial"/>
              </a:defRPr>
            </a:lvl8pPr>
            <a:lvl9pPr algn="l">
              <a:defRPr sz="2325" b="0">
                <a:solidFill>
                  <a:srgbClr val="F2F2F2"/>
                </a:solidFill>
                <a:latin typeface="Arial"/>
                <a:ea typeface="Arial"/>
                <a:cs typeface="Arial"/>
              </a:defRPr>
            </a:lvl9pPr>
          </a:lstStyle>
          <a:p xmlns:a="http://schemas.openxmlformats.org/drawingml/2006/main">
            <a:pPr algn="l">
              <a:lnSpc>
                <a:spcPct val="118000"/>
              </a:lnSpc>
              <a:buNone/>
              <a:defRPr sz="2325" b="0">
                <a:solidFill>
                  <a:srgbClr val="F2F2F2"/>
                </a:solidFill>
                <a:latin typeface="Arial"/>
                <a:ea typeface="Arial"/>
                <a:cs typeface="Arial"/>
              </a:defRPr>
            </a:pPr>
            <a:r>
              <a:rPr sz="2325" b="0">
                <a:solidFill>
                  <a:srgbClr val="F2F2F2"/>
                </a:solidFill>
                <a:latin typeface="Arial"/>
                <a:ea typeface="Arial"/>
                <a:cs typeface="Arial"/>
              </a:rPr>
              <a:t>Future engineering work</a:t>
            </a:r>
          </a:p>
        </p:txBody>
      </p:sp>
      <p:sp>
        <p:nvSpPr>
          <p:cNvPr id="5" name="column-body-1">
            <a:extLst xmlns:a="http://schemas.openxmlformats.org/drawingml/2006/main">
              <a:ext uri="{FF2B5EF4-FFF2-40B4-BE49-F238E27FC236}">
                <a16:creationId xmlns:a16="http://schemas.microsoft.com/office/drawing/2014/main" id="{E75EC558-C09E-49EA-9E37-75E166CDE7B7}"/>
              </a:ext>
            </a:extLst>
          </p:cNvPr>
          <p:cNvSpPr>
            <a:spLocks xmlns:a="http://schemas.openxmlformats.org/drawingml/2006/main" noGrp="1"/>
          </p:cNvSpPr>
          <p:nvPr/>
        </p:nvSpPr>
        <p:spPr>
          <a:xfrm xmlns:a="http://schemas.openxmlformats.org/drawingml/2006/main">
            <a:off x="6505575" y="2809875"/>
            <a:ext cx="4905375" cy="3095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B9BDC2"/>
                </a:solidFill>
                <a:latin typeface="Arial"/>
                <a:ea typeface="Arial"/>
                <a:cs typeface="Arial"/>
              </a:defRPr>
            </a:defPPr>
            <a:lvl1pPr algn="l">
              <a:defRPr sz="1950" b="0">
                <a:solidFill>
                  <a:srgbClr val="B9BDC2"/>
                </a:solidFill>
                <a:latin typeface="Arial"/>
                <a:ea typeface="Arial"/>
                <a:cs typeface="Arial"/>
              </a:defRPr>
            </a:lvl1pPr>
            <a:lvl2pPr algn="l">
              <a:defRPr sz="1950" b="0">
                <a:solidFill>
                  <a:srgbClr val="B9BDC2"/>
                </a:solidFill>
                <a:latin typeface="Arial"/>
                <a:ea typeface="Arial"/>
                <a:cs typeface="Arial"/>
              </a:defRPr>
            </a:lvl2pPr>
            <a:lvl3pPr algn="l">
              <a:defRPr sz="1950" b="0">
                <a:solidFill>
                  <a:srgbClr val="B9BDC2"/>
                </a:solidFill>
                <a:latin typeface="Arial"/>
                <a:ea typeface="Arial"/>
                <a:cs typeface="Arial"/>
              </a:defRPr>
            </a:lvl3pPr>
            <a:lvl4pPr algn="l">
              <a:defRPr sz="1950" b="0">
                <a:solidFill>
                  <a:srgbClr val="B9BDC2"/>
                </a:solidFill>
                <a:latin typeface="Arial"/>
                <a:ea typeface="Arial"/>
                <a:cs typeface="Arial"/>
              </a:defRPr>
            </a:lvl4pPr>
            <a:lvl5pPr algn="l">
              <a:defRPr sz="1950" b="0">
                <a:solidFill>
                  <a:srgbClr val="B9BDC2"/>
                </a:solidFill>
                <a:latin typeface="Arial"/>
                <a:ea typeface="Arial"/>
                <a:cs typeface="Arial"/>
              </a:defRPr>
            </a:lvl5pPr>
            <a:lvl6pPr algn="l">
              <a:defRPr sz="1950" b="0">
                <a:solidFill>
                  <a:srgbClr val="B9BDC2"/>
                </a:solidFill>
                <a:latin typeface="Arial"/>
                <a:ea typeface="Arial"/>
                <a:cs typeface="Arial"/>
              </a:defRPr>
            </a:lvl6pPr>
            <a:lvl7pPr algn="l">
              <a:defRPr sz="1950" b="0">
                <a:solidFill>
                  <a:srgbClr val="B9BDC2"/>
                </a:solidFill>
                <a:latin typeface="Arial"/>
                <a:ea typeface="Arial"/>
                <a:cs typeface="Arial"/>
              </a:defRPr>
            </a:lvl7pPr>
            <a:lvl8pPr algn="l">
              <a:defRPr sz="1950" b="0">
                <a:solidFill>
                  <a:srgbClr val="B9BDC2"/>
                </a:solidFill>
                <a:latin typeface="Arial"/>
                <a:ea typeface="Arial"/>
                <a:cs typeface="Arial"/>
              </a:defRPr>
            </a:lvl8pPr>
            <a:lvl9pPr algn="l">
              <a:defRPr sz="1950" b="0">
                <a:solidFill>
                  <a:srgbClr val="B9BDC2"/>
                </a:solidFill>
                <a:latin typeface="Arial"/>
                <a:ea typeface="Arial"/>
                <a:cs typeface="Arial"/>
              </a:defRPr>
            </a:lvl9pPr>
          </a:lstStyle>
          <a:p xmlns:a="http://schemas.openxmlformats.org/drawingml/2006/main">
            <a:pPr algn="l">
              <a:lnSpc>
                <a:spcPct val="118000"/>
              </a:lnSpc>
              <a:buNone/>
              <a:defRPr sz="1950" b="0">
                <a:solidFill>
                  <a:srgbClr val="B9BDC2"/>
                </a:solidFill>
                <a:latin typeface="Arial"/>
                <a:ea typeface="Arial"/>
                <a:cs typeface="Arial"/>
              </a:defRPr>
            </a:pPr>
            <a:r>
              <a:rPr sz="1950" b="0">
                <a:solidFill>
                  <a:srgbClr val="B9BDC2"/>
                </a:solidFill>
                <a:latin typeface="Arial"/>
                <a:ea typeface="Arial"/>
                <a:cs typeface="Arial"/>
              </a:rPr>
              <a:t>Real labelled failure data and separate temporal evaluation.</a:t>
            </a:r>
          </a:p>
          <a:p xmlns:a="http://schemas.openxmlformats.org/drawingml/2006/main">
            <a:r>
              <a:t/>
            </a:r>
          </a:p>
          <a:p xmlns:a="http://schemas.openxmlformats.org/drawingml/2006/main">
            <a:pPr algn="l">
              <a:lnSpc>
                <a:spcPct val="118000"/>
              </a:lnSpc>
              <a:buNone/>
              <a:defRPr sz="1950" b="0">
                <a:solidFill>
                  <a:srgbClr val="B9BDC2"/>
                </a:solidFill>
                <a:latin typeface="Arial"/>
                <a:ea typeface="Arial"/>
                <a:cs typeface="Arial"/>
              </a:defRPr>
            </a:pPr>
            <a:r>
              <a:rPr sz="1950" b="0">
                <a:solidFill>
                  <a:srgbClr val="B9BDC2"/>
                </a:solidFill>
                <a:latin typeface="Arial"/>
                <a:ea typeface="Arial"/>
                <a:cs typeface="Arial"/>
              </a:rPr>
              <a:t>Distributed action claims and cluster-specific authorization.</a:t>
            </a:r>
          </a:p>
          <a:p xmlns:a="http://schemas.openxmlformats.org/drawingml/2006/main">
            <a:r>
              <a:t/>
            </a:r>
          </a:p>
          <a:p xmlns:a="http://schemas.openxmlformats.org/drawingml/2006/main">
            <a:pPr algn="l">
              <a:lnSpc>
                <a:spcPct val="118000"/>
              </a:lnSpc>
              <a:buNone/>
              <a:defRPr sz="1950" b="0">
                <a:solidFill>
                  <a:srgbClr val="B9BDC2"/>
                </a:solidFill>
                <a:latin typeface="Arial"/>
                <a:ea typeface="Arial"/>
                <a:cs typeface="Arial"/>
              </a:defRPr>
            </a:pPr>
            <a:r>
              <a:rPr sz="1950" b="0">
                <a:solidFill>
                  <a:srgbClr val="B9BDC2"/>
                </a:solidFill>
                <a:latin typeface="Arial"/>
                <a:ea typeface="Arial"/>
                <a:cs typeface="Arial"/>
              </a:rPr>
              <a:t>Durable delivery, broader recovery testing and production validation.</a:t>
            </a:r>
          </a:p>
        </p:txBody>
      </p:sp>
      <p:sp>
        <p:nvSpPr>
          <p:cNvPr id="6" name="page-number">
            <a:extLst xmlns:a="http://schemas.openxmlformats.org/drawingml/2006/main">
              <a:ext uri="{FF2B5EF4-FFF2-40B4-BE49-F238E27FC236}">
                <a16:creationId xmlns:a16="http://schemas.microsoft.com/office/drawing/2014/main" id="{4F1C9C59-527B-4039-A20F-95053A23AB54}"/>
              </a:ext>
            </a:extLst>
          </p:cNvPr>
          <p:cNvSpPr>
            <a:spLocks xmlns:a="http://schemas.openxmlformats.org/drawingml/2006/main" noGrp="1"/>
          </p:cNvSpPr>
          <p:nvPr/>
        </p:nvSpPr>
        <p:spPr>
          <a:xfrm xmlns:a="http://schemas.openxmlformats.org/drawingml/2006/main">
            <a:off x="10763250" y="6457950"/>
            <a:ext cx="857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0">
                <a:solidFill>
                  <a:srgbClr val="9C9FA4"/>
                </a:solidFill>
                <a:latin typeface="Arial"/>
                <a:ea typeface="Arial"/>
                <a:cs typeface="Arial"/>
              </a:defRPr>
            </a:defPPr>
            <a:lvl1pPr algn="l">
              <a:defRPr sz="1050" b="0">
                <a:solidFill>
                  <a:srgbClr val="9C9FA4"/>
                </a:solidFill>
                <a:latin typeface="Arial"/>
                <a:ea typeface="Arial"/>
                <a:cs typeface="Arial"/>
              </a:defRPr>
            </a:lvl1pPr>
            <a:lvl2pPr algn="l">
              <a:defRPr sz="1050" b="0">
                <a:solidFill>
                  <a:srgbClr val="9C9FA4"/>
                </a:solidFill>
                <a:latin typeface="Arial"/>
                <a:ea typeface="Arial"/>
                <a:cs typeface="Arial"/>
              </a:defRPr>
            </a:lvl2pPr>
            <a:lvl3pPr algn="l">
              <a:defRPr sz="1050" b="0">
                <a:solidFill>
                  <a:srgbClr val="9C9FA4"/>
                </a:solidFill>
                <a:latin typeface="Arial"/>
                <a:ea typeface="Arial"/>
                <a:cs typeface="Arial"/>
              </a:defRPr>
            </a:lvl3pPr>
            <a:lvl4pPr algn="l">
              <a:defRPr sz="1050" b="0">
                <a:solidFill>
                  <a:srgbClr val="9C9FA4"/>
                </a:solidFill>
                <a:latin typeface="Arial"/>
                <a:ea typeface="Arial"/>
                <a:cs typeface="Arial"/>
              </a:defRPr>
            </a:lvl4pPr>
            <a:lvl5pPr algn="l">
              <a:defRPr sz="1050" b="0">
                <a:solidFill>
                  <a:srgbClr val="9C9FA4"/>
                </a:solidFill>
                <a:latin typeface="Arial"/>
                <a:ea typeface="Arial"/>
                <a:cs typeface="Arial"/>
              </a:defRPr>
            </a:lvl5pPr>
            <a:lvl6pPr algn="l">
              <a:defRPr sz="1050" b="0">
                <a:solidFill>
                  <a:srgbClr val="9C9FA4"/>
                </a:solidFill>
                <a:latin typeface="Arial"/>
                <a:ea typeface="Arial"/>
                <a:cs typeface="Arial"/>
              </a:defRPr>
            </a:lvl6pPr>
            <a:lvl7pPr algn="l">
              <a:defRPr sz="1050" b="0">
                <a:solidFill>
                  <a:srgbClr val="9C9FA4"/>
                </a:solidFill>
                <a:latin typeface="Arial"/>
                <a:ea typeface="Arial"/>
                <a:cs typeface="Arial"/>
              </a:defRPr>
            </a:lvl7pPr>
            <a:lvl8pPr algn="l">
              <a:defRPr sz="1050" b="0">
                <a:solidFill>
                  <a:srgbClr val="9C9FA4"/>
                </a:solidFill>
                <a:latin typeface="Arial"/>
                <a:ea typeface="Arial"/>
                <a:cs typeface="Arial"/>
              </a:defRPr>
            </a:lvl8pPr>
            <a:lvl9pPr algn="l">
              <a:defRPr sz="1050" b="0">
                <a:solidFill>
                  <a:srgbClr val="9C9FA4"/>
                </a:solidFill>
                <a:latin typeface="Arial"/>
                <a:ea typeface="Arial"/>
                <a:cs typeface="Arial"/>
              </a:defRPr>
            </a:lvl9pPr>
          </a:lstStyle>
          <a:p xmlns:a="http://schemas.openxmlformats.org/drawingml/2006/main">
            <a:pPr algn="l">
              <a:lnSpc>
                <a:spcPct val="118000"/>
              </a:lnSpc>
              <a:buNone/>
              <a:defRPr sz="1050" b="0">
                <a:solidFill>
                  <a:srgbClr val="9C9FA4"/>
                </a:solidFill>
                <a:latin typeface="Arial"/>
                <a:ea typeface="Arial"/>
                <a:cs typeface="Arial"/>
              </a:defRPr>
            </a:pPr>
            <a:r>
              <a:rPr sz="1050" b="0">
                <a:solidFill>
                  <a:srgbClr val="9C9FA4"/>
                </a:solidFill>
                <a:latin typeface="Arial"/>
                <a:ea typeface="Arial"/>
                <a:cs typeface="Arial"/>
              </a:rPr>
              <a:t>19 / 20</a:t>
            </a:r>
          </a:p>
        </p:txBody>
      </p:sp>
    </p:spTree>
    <p:extLst>
      <p:ext uri="{BB962C8B-B14F-4D97-AF65-F5344CB8AC3E}">
        <p14:creationId xmlns:p14="http://schemas.microsoft.com/office/powerpoint/2010/main" val="649229485"/>
      </p:ext>
    </p:extLst>
  </p:cSld>
</p:sld>
</file>

<file path=ppt/slides/slide20.xml><?xml version="1.0" encoding="utf-8"?>
<p:sld xmlns:p="http://schemas.openxmlformats.org/presentationml/2006/main">
  <p:cSld>
    <p:bg>
      <p:bgPr>
        <a:solidFill xmlns:a="http://schemas.openxmlformats.org/drawingml/2006/main">
          <a:srgbClr val="080808"/>
        </a:solidFill>
      </p:bgPr>
    </p:bg>
    <p:spTree>
      <p:nvGrpSpPr>
        <p:cNvPr id="1" name=""/>
        <p:cNvGrpSpPr/>
        <p:nvPr/>
      </p:nvGrpSpPr>
      <p:grpSpPr>
        <a:xfrm xmlns:a="http://schemas.openxmlformats.org/drawingml/2006/main"/>
      </p:grpSpPr>
      <p:sp>
        <p:nvSpPr>
          <p:cNvPr id="5" name="slide-title">
            <a:extLst xmlns:a="http://schemas.openxmlformats.org/drawingml/2006/main">
              <a:ext uri="{FF2B5EF4-FFF2-40B4-BE49-F238E27FC236}">
                <a16:creationId xmlns:a16="http://schemas.microsoft.com/office/drawing/2014/main" id="{3EF6C62A-82A3-4A64-A9D7-02706A75222D}"/>
              </a:ext>
            </a:extLst>
          </p:cNvPr>
          <p:cNvSpPr>
            <a:spLocks xmlns:a="http://schemas.openxmlformats.org/drawingml/2006/main" noGrp="1"/>
          </p:cNvSpPr>
          <p:nvPr/>
        </p:nvSpPr>
        <p:spPr>
          <a:xfrm xmlns:a="http://schemas.openxmlformats.org/drawingml/2006/main">
            <a:off x="609600" y="466725"/>
            <a:ext cx="10858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0">
                <a:solidFill>
                  <a:srgbClr val="F2F2F2"/>
                </a:solidFill>
                <a:latin typeface="Arial"/>
                <a:ea typeface="Arial"/>
                <a:cs typeface="Arial"/>
              </a:defRPr>
            </a:defPPr>
            <a:lvl1pPr algn="l">
              <a:defRPr sz="3300" b="0">
                <a:solidFill>
                  <a:srgbClr val="F2F2F2"/>
                </a:solidFill>
                <a:latin typeface="Arial"/>
                <a:ea typeface="Arial"/>
                <a:cs typeface="Arial"/>
              </a:defRPr>
            </a:lvl1pPr>
            <a:lvl2pPr algn="l">
              <a:defRPr sz="3300" b="0">
                <a:solidFill>
                  <a:srgbClr val="F2F2F2"/>
                </a:solidFill>
                <a:latin typeface="Arial"/>
                <a:ea typeface="Arial"/>
                <a:cs typeface="Arial"/>
              </a:defRPr>
            </a:lvl2pPr>
            <a:lvl3pPr algn="l">
              <a:defRPr sz="3300" b="0">
                <a:solidFill>
                  <a:srgbClr val="F2F2F2"/>
                </a:solidFill>
                <a:latin typeface="Arial"/>
                <a:ea typeface="Arial"/>
                <a:cs typeface="Arial"/>
              </a:defRPr>
            </a:lvl3pPr>
            <a:lvl4pPr algn="l">
              <a:defRPr sz="3300" b="0">
                <a:solidFill>
                  <a:srgbClr val="F2F2F2"/>
                </a:solidFill>
                <a:latin typeface="Arial"/>
                <a:ea typeface="Arial"/>
                <a:cs typeface="Arial"/>
              </a:defRPr>
            </a:lvl4pPr>
            <a:lvl5pPr algn="l">
              <a:defRPr sz="3300" b="0">
                <a:solidFill>
                  <a:srgbClr val="F2F2F2"/>
                </a:solidFill>
                <a:latin typeface="Arial"/>
                <a:ea typeface="Arial"/>
                <a:cs typeface="Arial"/>
              </a:defRPr>
            </a:lvl5pPr>
            <a:lvl6pPr algn="l">
              <a:defRPr sz="3300" b="0">
                <a:solidFill>
                  <a:srgbClr val="F2F2F2"/>
                </a:solidFill>
                <a:latin typeface="Arial"/>
                <a:ea typeface="Arial"/>
                <a:cs typeface="Arial"/>
              </a:defRPr>
            </a:lvl6pPr>
            <a:lvl7pPr algn="l">
              <a:defRPr sz="3300" b="0">
                <a:solidFill>
                  <a:srgbClr val="F2F2F2"/>
                </a:solidFill>
                <a:latin typeface="Arial"/>
                <a:ea typeface="Arial"/>
                <a:cs typeface="Arial"/>
              </a:defRPr>
            </a:lvl7pPr>
            <a:lvl8pPr algn="l">
              <a:defRPr sz="3300" b="0">
                <a:solidFill>
                  <a:srgbClr val="F2F2F2"/>
                </a:solidFill>
                <a:latin typeface="Arial"/>
                <a:ea typeface="Arial"/>
                <a:cs typeface="Arial"/>
              </a:defRPr>
            </a:lvl8pPr>
            <a:lvl9pPr algn="l">
              <a:defRPr sz="3300" b="0">
                <a:solidFill>
                  <a:srgbClr val="F2F2F2"/>
                </a:solidFill>
                <a:latin typeface="Arial"/>
                <a:ea typeface="Arial"/>
                <a:cs typeface="Arial"/>
              </a:defRPr>
            </a:lvl9pPr>
          </a:lstStyle>
          <a:p xmlns:a="http://schemas.openxmlformats.org/drawingml/2006/main">
            <a:pPr algn="l">
              <a:lnSpc>
                <a:spcPct val="118000"/>
              </a:lnSpc>
              <a:buNone/>
              <a:defRPr sz="3300" b="0">
                <a:solidFill>
                  <a:srgbClr val="F2F2F2"/>
                </a:solidFill>
                <a:latin typeface="Arial"/>
                <a:ea typeface="Arial"/>
                <a:cs typeface="Arial"/>
              </a:defRPr>
            </a:pPr>
            <a:r>
              <a:rPr sz="3300" b="0">
                <a:solidFill>
                  <a:srgbClr val="F2F2F2"/>
                </a:solidFill>
                <a:latin typeface="Arial"/>
                <a:ea typeface="Arial"/>
                <a:cs typeface="Arial"/>
              </a:rPr>
              <a:t>Further reading and project access</a:t>
            </a:r>
          </a:p>
        </p:txBody>
      </p:sp>
      <p:sp>
        <p:nvSpPr>
          <p:cNvPr id="2" name="closing-statement">
            <a:extLst xmlns:a="http://schemas.openxmlformats.org/drawingml/2006/main">
              <a:ext uri="{FF2B5EF4-FFF2-40B4-BE49-F238E27FC236}">
                <a16:creationId xmlns:a16="http://schemas.microsoft.com/office/drawing/2014/main" id="{1E996B46-87E0-4490-8218-E52D0A6F64A5}"/>
              </a:ext>
            </a:extLst>
          </p:cNvPr>
          <p:cNvSpPr>
            <a:spLocks xmlns:a="http://schemas.openxmlformats.org/drawingml/2006/main" noGrp="1"/>
          </p:cNvSpPr>
          <p:nvPr/>
        </p:nvSpPr>
        <p:spPr>
          <a:xfrm xmlns:a="http://schemas.openxmlformats.org/drawingml/2006/main">
            <a:off x="628650" y="1685925"/>
            <a:ext cx="10477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775" b="0">
                <a:solidFill>
                  <a:srgbClr val="F2F2F2"/>
                </a:solidFill>
                <a:latin typeface="Arial"/>
                <a:ea typeface="Arial"/>
                <a:cs typeface="Arial"/>
              </a:defRPr>
            </a:defPPr>
            <a:lvl1pPr algn="l">
              <a:defRPr sz="2775" b="0">
                <a:solidFill>
                  <a:srgbClr val="F2F2F2"/>
                </a:solidFill>
                <a:latin typeface="Arial"/>
                <a:ea typeface="Arial"/>
                <a:cs typeface="Arial"/>
              </a:defRPr>
            </a:lvl1pPr>
            <a:lvl2pPr algn="l">
              <a:defRPr sz="2775" b="0">
                <a:solidFill>
                  <a:srgbClr val="F2F2F2"/>
                </a:solidFill>
                <a:latin typeface="Arial"/>
                <a:ea typeface="Arial"/>
                <a:cs typeface="Arial"/>
              </a:defRPr>
            </a:lvl2pPr>
            <a:lvl3pPr algn="l">
              <a:defRPr sz="2775" b="0">
                <a:solidFill>
                  <a:srgbClr val="F2F2F2"/>
                </a:solidFill>
                <a:latin typeface="Arial"/>
                <a:ea typeface="Arial"/>
                <a:cs typeface="Arial"/>
              </a:defRPr>
            </a:lvl3pPr>
            <a:lvl4pPr algn="l">
              <a:defRPr sz="2775" b="0">
                <a:solidFill>
                  <a:srgbClr val="F2F2F2"/>
                </a:solidFill>
                <a:latin typeface="Arial"/>
                <a:ea typeface="Arial"/>
                <a:cs typeface="Arial"/>
              </a:defRPr>
            </a:lvl4pPr>
            <a:lvl5pPr algn="l">
              <a:defRPr sz="2775" b="0">
                <a:solidFill>
                  <a:srgbClr val="F2F2F2"/>
                </a:solidFill>
                <a:latin typeface="Arial"/>
                <a:ea typeface="Arial"/>
                <a:cs typeface="Arial"/>
              </a:defRPr>
            </a:lvl5pPr>
            <a:lvl6pPr algn="l">
              <a:defRPr sz="2775" b="0">
                <a:solidFill>
                  <a:srgbClr val="F2F2F2"/>
                </a:solidFill>
                <a:latin typeface="Arial"/>
                <a:ea typeface="Arial"/>
                <a:cs typeface="Arial"/>
              </a:defRPr>
            </a:lvl6pPr>
            <a:lvl7pPr algn="l">
              <a:defRPr sz="2775" b="0">
                <a:solidFill>
                  <a:srgbClr val="F2F2F2"/>
                </a:solidFill>
                <a:latin typeface="Arial"/>
                <a:ea typeface="Arial"/>
                <a:cs typeface="Arial"/>
              </a:defRPr>
            </a:lvl7pPr>
            <a:lvl8pPr algn="l">
              <a:defRPr sz="2775" b="0">
                <a:solidFill>
                  <a:srgbClr val="F2F2F2"/>
                </a:solidFill>
                <a:latin typeface="Arial"/>
                <a:ea typeface="Arial"/>
                <a:cs typeface="Arial"/>
              </a:defRPr>
            </a:lvl8pPr>
            <a:lvl9pPr algn="l">
              <a:defRPr sz="2775" b="0">
                <a:solidFill>
                  <a:srgbClr val="F2F2F2"/>
                </a:solidFill>
                <a:latin typeface="Arial"/>
                <a:ea typeface="Arial"/>
                <a:cs typeface="Arial"/>
              </a:defRPr>
            </a:lvl9pPr>
          </a:lstStyle>
          <a:p xmlns:a="http://schemas.openxmlformats.org/drawingml/2006/main">
            <a:pPr algn="l">
              <a:lnSpc>
                <a:spcPct val="118000"/>
              </a:lnSpc>
              <a:buNone/>
              <a:defRPr sz="2775" b="0">
                <a:solidFill>
                  <a:srgbClr val="F2F2F2"/>
                </a:solidFill>
                <a:latin typeface="Arial"/>
                <a:ea typeface="Arial"/>
                <a:cs typeface="Arial"/>
              </a:defRPr>
            </a:pPr>
            <a:r>
              <a:rPr sz="2775" b="0">
                <a:solidFill>
                  <a:srgbClr val="F2F2F2"/>
                </a:solidFill>
                <a:latin typeface="Arial"/>
                <a:ea typeface="Arial"/>
                <a:cs typeface="Arial"/>
              </a:rPr>
              <a:t>The public demo explains the idea. The repository shows the implementation.</a:t>
            </a:r>
          </a:p>
        </p:txBody>
      </p:sp>
      <p:sp>
        <p:nvSpPr>
          <p:cNvPr id="3" name="project-links">
            <a:extLst xmlns:a="http://schemas.openxmlformats.org/drawingml/2006/main">
              <a:ext uri="{FF2B5EF4-FFF2-40B4-BE49-F238E27FC236}">
                <a16:creationId xmlns:a16="http://schemas.microsoft.com/office/drawing/2014/main" id="{125E397A-F5C4-4F2B-A985-6A2F84D19C48}"/>
              </a:ext>
            </a:extLst>
          </p:cNvPr>
          <p:cNvSpPr>
            <a:spLocks xmlns:a="http://schemas.openxmlformats.org/drawingml/2006/main" noGrp="1"/>
          </p:cNvSpPr>
          <p:nvPr/>
        </p:nvSpPr>
        <p:spPr>
          <a:xfrm xmlns:a="http://schemas.openxmlformats.org/drawingml/2006/main">
            <a:off x="647700" y="3286125"/>
            <a:ext cx="10287000" cy="2714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B9BDC2"/>
                </a:solidFill>
                <a:latin typeface="Arial"/>
                <a:ea typeface="Arial"/>
                <a:cs typeface="Arial"/>
              </a:defRPr>
            </a:defPPr>
            <a:lvl1pPr algn="l">
              <a:defRPr sz="1950" b="0">
                <a:solidFill>
                  <a:srgbClr val="B9BDC2"/>
                </a:solidFill>
                <a:latin typeface="Arial"/>
                <a:ea typeface="Arial"/>
                <a:cs typeface="Arial"/>
              </a:defRPr>
            </a:lvl1pPr>
            <a:lvl2pPr algn="l">
              <a:defRPr sz="1950" b="0">
                <a:solidFill>
                  <a:srgbClr val="B9BDC2"/>
                </a:solidFill>
                <a:latin typeface="Arial"/>
                <a:ea typeface="Arial"/>
                <a:cs typeface="Arial"/>
              </a:defRPr>
            </a:lvl2pPr>
            <a:lvl3pPr algn="l">
              <a:defRPr sz="1950" b="0">
                <a:solidFill>
                  <a:srgbClr val="B9BDC2"/>
                </a:solidFill>
                <a:latin typeface="Arial"/>
                <a:ea typeface="Arial"/>
                <a:cs typeface="Arial"/>
              </a:defRPr>
            </a:lvl3pPr>
            <a:lvl4pPr algn="l">
              <a:defRPr sz="1950" b="0">
                <a:solidFill>
                  <a:srgbClr val="B9BDC2"/>
                </a:solidFill>
                <a:latin typeface="Arial"/>
                <a:ea typeface="Arial"/>
                <a:cs typeface="Arial"/>
              </a:defRPr>
            </a:lvl4pPr>
            <a:lvl5pPr algn="l">
              <a:defRPr sz="1950" b="0">
                <a:solidFill>
                  <a:srgbClr val="B9BDC2"/>
                </a:solidFill>
                <a:latin typeface="Arial"/>
                <a:ea typeface="Arial"/>
                <a:cs typeface="Arial"/>
              </a:defRPr>
            </a:lvl5pPr>
            <a:lvl6pPr algn="l">
              <a:defRPr sz="1950" b="0">
                <a:solidFill>
                  <a:srgbClr val="B9BDC2"/>
                </a:solidFill>
                <a:latin typeface="Arial"/>
                <a:ea typeface="Arial"/>
                <a:cs typeface="Arial"/>
              </a:defRPr>
            </a:lvl6pPr>
            <a:lvl7pPr algn="l">
              <a:defRPr sz="1950" b="0">
                <a:solidFill>
                  <a:srgbClr val="B9BDC2"/>
                </a:solidFill>
                <a:latin typeface="Arial"/>
                <a:ea typeface="Arial"/>
                <a:cs typeface="Arial"/>
              </a:defRPr>
            </a:lvl7pPr>
            <a:lvl8pPr algn="l">
              <a:defRPr sz="1950" b="0">
                <a:solidFill>
                  <a:srgbClr val="B9BDC2"/>
                </a:solidFill>
                <a:latin typeface="Arial"/>
                <a:ea typeface="Arial"/>
                <a:cs typeface="Arial"/>
              </a:defRPr>
            </a:lvl8pPr>
            <a:lvl9pPr algn="l">
              <a:defRPr sz="1950" b="0">
                <a:solidFill>
                  <a:srgbClr val="B9BDC2"/>
                </a:solidFill>
                <a:latin typeface="Arial"/>
                <a:ea typeface="Arial"/>
                <a:cs typeface="Arial"/>
              </a:defRPr>
            </a:lvl9pPr>
          </a:lstStyle>
          <a:p xmlns:a="http://schemas.openxmlformats.org/drawingml/2006/main">
            <a:pPr algn="l">
              <a:lnSpc>
                <a:spcPct val="118000"/>
              </a:lnSpc>
              <a:buNone/>
              <a:defRPr sz="1950" b="0">
                <a:solidFill>
                  <a:srgbClr val="B9BDC2"/>
                </a:solidFill>
                <a:latin typeface="Arial"/>
                <a:ea typeface="Arial"/>
                <a:cs typeface="Arial"/>
              </a:defRPr>
            </a:pPr>
            <a:r>
              <a:rPr sz="1950" b="0">
                <a:solidFill>
                  <a:srgbClr val="B9BDC2"/>
                </a:solidFill>
                <a:latin typeface="Arial"/>
                <a:ea typeface="Arial"/>
                <a:cs typeface="Arial"/>
              </a:rPr>
              <a:t>Live demo</a:t>
            </a:r>
          </a:p>
          <a:p xmlns:a="http://schemas.openxmlformats.org/drawingml/2006/main">
            <a:pPr algn="l">
              <a:lnSpc>
                <a:spcPct val="118000"/>
              </a:lnSpc>
              <a:buNone/>
              <a:defRPr sz="1950" b="0">
                <a:solidFill>
                  <a:srgbClr val="B9BDC2"/>
                </a:solidFill>
                <a:latin typeface="Arial"/>
                <a:ea typeface="Arial"/>
                <a:cs typeface="Arial"/>
              </a:defRPr>
            </a:pPr>
            <a:r>
              <a:rPr sz="1950" b="0">
                <a:solidFill>
                  <a:srgbClr val="B9BDC2"/>
                </a:solidFill>
                <a:latin typeface="Arial"/>
                <a:ea typeface="Arial"/>
                <a:cs typeface="Arial"/>
                <a:hlinkClick xmlns:r="http://schemas.openxmlformats.org/officeDocument/2006/relationships" r:id="R4c991b0ccbc1475b"/>
              </a:rPr>
              <a:t>autohealops.vercel.app</a:t>
            </a:r>
          </a:p>
          <a:p xmlns:a="http://schemas.openxmlformats.org/drawingml/2006/main">
            <a:r>
              <a:t/>
            </a:r>
          </a:p>
          <a:p xmlns:a="http://schemas.openxmlformats.org/drawingml/2006/main">
            <a:pPr algn="l">
              <a:lnSpc>
                <a:spcPct val="118000"/>
              </a:lnSpc>
              <a:buNone/>
              <a:defRPr sz="1950" b="0">
                <a:solidFill>
                  <a:srgbClr val="B9BDC2"/>
                </a:solidFill>
                <a:latin typeface="Arial"/>
                <a:ea typeface="Arial"/>
                <a:cs typeface="Arial"/>
              </a:defRPr>
            </a:pPr>
            <a:r>
              <a:rPr sz="1950" b="0">
                <a:solidFill>
                  <a:srgbClr val="B9BDC2"/>
                </a:solidFill>
                <a:latin typeface="Arial"/>
                <a:ea typeface="Arial"/>
                <a:cs typeface="Arial"/>
              </a:rPr>
              <a:t>GitHub</a:t>
            </a:r>
          </a:p>
          <a:p xmlns:a="http://schemas.openxmlformats.org/drawingml/2006/main">
            <a:pPr algn="l">
              <a:lnSpc>
                <a:spcPct val="118000"/>
              </a:lnSpc>
              <a:buNone/>
              <a:defRPr sz="1950" b="0">
                <a:solidFill>
                  <a:srgbClr val="B9BDC2"/>
                </a:solidFill>
                <a:latin typeface="Arial"/>
                <a:ea typeface="Arial"/>
                <a:cs typeface="Arial"/>
              </a:defRPr>
            </a:pPr>
            <a:r>
              <a:rPr sz="1950" b="0">
                <a:solidFill>
                  <a:srgbClr val="B9BDC2"/>
                </a:solidFill>
                <a:latin typeface="Arial"/>
                <a:ea typeface="Arial"/>
                <a:cs typeface="Arial"/>
                <a:hlinkClick xmlns:r="http://schemas.openxmlformats.org/officeDocument/2006/relationships" r:id="R5b970e179a024f78"/>
              </a:rPr>
              <a:t>manikantbindass / AutoHealOps</a:t>
            </a:r>
          </a:p>
          <a:p xmlns:a="http://schemas.openxmlformats.org/drawingml/2006/main">
            <a:r>
              <a:t/>
            </a:r>
          </a:p>
          <a:p xmlns:a="http://schemas.openxmlformats.org/drawingml/2006/main">
            <a:pPr algn="l">
              <a:lnSpc>
                <a:spcPct val="118000"/>
              </a:lnSpc>
              <a:buNone/>
              <a:defRPr sz="1950" b="0">
                <a:solidFill>
                  <a:srgbClr val="B9BDC2"/>
                </a:solidFill>
                <a:latin typeface="Arial"/>
                <a:ea typeface="Arial"/>
                <a:cs typeface="Arial"/>
              </a:defRPr>
            </a:pPr>
            <a:r>
              <a:rPr sz="1950" b="0">
                <a:solidFill>
                  <a:srgbClr val="B9BDC2"/>
                </a:solidFill>
                <a:latin typeface="Arial"/>
                <a:ea typeface="Arial"/>
                <a:cs typeface="Arial"/>
              </a:rPr>
              <a:t>Detailed setup, architecture, AI limitations and security notes are linked in the repository README.</a:t>
            </a:r>
          </a:p>
        </p:txBody>
      </p:sp>
      <p:sp>
        <p:nvSpPr>
          <p:cNvPr id="4" name="page-number">
            <a:extLst xmlns:a="http://schemas.openxmlformats.org/drawingml/2006/main">
              <a:ext uri="{FF2B5EF4-FFF2-40B4-BE49-F238E27FC236}">
                <a16:creationId xmlns:a16="http://schemas.microsoft.com/office/drawing/2014/main" id="{A945A1AD-7FB5-4607-869F-B399EEB810CE}"/>
              </a:ext>
            </a:extLst>
          </p:cNvPr>
          <p:cNvSpPr>
            <a:spLocks xmlns:a="http://schemas.openxmlformats.org/drawingml/2006/main" noGrp="1"/>
          </p:cNvSpPr>
          <p:nvPr/>
        </p:nvSpPr>
        <p:spPr>
          <a:xfrm xmlns:a="http://schemas.openxmlformats.org/drawingml/2006/main">
            <a:off x="10763250" y="6457950"/>
            <a:ext cx="857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0">
                <a:solidFill>
                  <a:srgbClr val="9C9FA4"/>
                </a:solidFill>
                <a:latin typeface="Arial"/>
                <a:ea typeface="Arial"/>
                <a:cs typeface="Arial"/>
              </a:defRPr>
            </a:defPPr>
            <a:lvl1pPr algn="l">
              <a:defRPr sz="1050" b="0">
                <a:solidFill>
                  <a:srgbClr val="9C9FA4"/>
                </a:solidFill>
                <a:latin typeface="Arial"/>
                <a:ea typeface="Arial"/>
                <a:cs typeface="Arial"/>
              </a:defRPr>
            </a:lvl1pPr>
            <a:lvl2pPr algn="l">
              <a:defRPr sz="1050" b="0">
                <a:solidFill>
                  <a:srgbClr val="9C9FA4"/>
                </a:solidFill>
                <a:latin typeface="Arial"/>
                <a:ea typeface="Arial"/>
                <a:cs typeface="Arial"/>
              </a:defRPr>
            </a:lvl2pPr>
            <a:lvl3pPr algn="l">
              <a:defRPr sz="1050" b="0">
                <a:solidFill>
                  <a:srgbClr val="9C9FA4"/>
                </a:solidFill>
                <a:latin typeface="Arial"/>
                <a:ea typeface="Arial"/>
                <a:cs typeface="Arial"/>
              </a:defRPr>
            </a:lvl3pPr>
            <a:lvl4pPr algn="l">
              <a:defRPr sz="1050" b="0">
                <a:solidFill>
                  <a:srgbClr val="9C9FA4"/>
                </a:solidFill>
                <a:latin typeface="Arial"/>
                <a:ea typeface="Arial"/>
                <a:cs typeface="Arial"/>
              </a:defRPr>
            </a:lvl4pPr>
            <a:lvl5pPr algn="l">
              <a:defRPr sz="1050" b="0">
                <a:solidFill>
                  <a:srgbClr val="9C9FA4"/>
                </a:solidFill>
                <a:latin typeface="Arial"/>
                <a:ea typeface="Arial"/>
                <a:cs typeface="Arial"/>
              </a:defRPr>
            </a:lvl5pPr>
            <a:lvl6pPr algn="l">
              <a:defRPr sz="1050" b="0">
                <a:solidFill>
                  <a:srgbClr val="9C9FA4"/>
                </a:solidFill>
                <a:latin typeface="Arial"/>
                <a:ea typeface="Arial"/>
                <a:cs typeface="Arial"/>
              </a:defRPr>
            </a:lvl6pPr>
            <a:lvl7pPr algn="l">
              <a:defRPr sz="1050" b="0">
                <a:solidFill>
                  <a:srgbClr val="9C9FA4"/>
                </a:solidFill>
                <a:latin typeface="Arial"/>
                <a:ea typeface="Arial"/>
                <a:cs typeface="Arial"/>
              </a:defRPr>
            </a:lvl7pPr>
            <a:lvl8pPr algn="l">
              <a:defRPr sz="1050" b="0">
                <a:solidFill>
                  <a:srgbClr val="9C9FA4"/>
                </a:solidFill>
                <a:latin typeface="Arial"/>
                <a:ea typeface="Arial"/>
                <a:cs typeface="Arial"/>
              </a:defRPr>
            </a:lvl8pPr>
            <a:lvl9pPr algn="l">
              <a:defRPr sz="1050" b="0">
                <a:solidFill>
                  <a:srgbClr val="9C9FA4"/>
                </a:solidFill>
                <a:latin typeface="Arial"/>
                <a:ea typeface="Arial"/>
                <a:cs typeface="Arial"/>
              </a:defRPr>
            </a:lvl9pPr>
          </a:lstStyle>
          <a:p xmlns:a="http://schemas.openxmlformats.org/drawingml/2006/main">
            <a:pPr algn="l">
              <a:lnSpc>
                <a:spcPct val="118000"/>
              </a:lnSpc>
              <a:buNone/>
              <a:defRPr sz="1050" b="0">
                <a:solidFill>
                  <a:srgbClr val="9C9FA4"/>
                </a:solidFill>
                <a:latin typeface="Arial"/>
                <a:ea typeface="Arial"/>
                <a:cs typeface="Arial"/>
              </a:defRPr>
            </a:pPr>
            <a:r>
              <a:rPr sz="1050" b="0">
                <a:solidFill>
                  <a:srgbClr val="9C9FA4"/>
                </a:solidFill>
                <a:latin typeface="Arial"/>
                <a:ea typeface="Arial"/>
                <a:cs typeface="Arial"/>
              </a:rPr>
              <a:t>20 / 20</a:t>
            </a:r>
          </a:p>
        </p:txBody>
      </p:sp>
    </p:spTree>
    <p:extLst>
      <p:ext uri="{BB962C8B-B14F-4D97-AF65-F5344CB8AC3E}">
        <p14:creationId xmlns:p14="http://schemas.microsoft.com/office/powerpoint/2010/main" val="109056472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2026-10-24T23:55:57.1680000Z</dcterms:created>
  <dcterms:modified xsi:type="dcterms:W3CDTF">2026-10-24T23:55:57.1690000Z</dcterms:modified>
</coreProperties>
</file>